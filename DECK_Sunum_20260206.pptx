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2"/>
  </p:notesMasterIdLst>
  <p:sldIdLst>
    <p:sldId id="2561" r:id="rId2"/>
    <p:sldId id="2562" r:id="rId3"/>
    <p:sldId id="2563" r:id="rId4"/>
    <p:sldId id="2564" r:id="rId5"/>
    <p:sldId id="2566" r:id="rId6"/>
    <p:sldId id="2571" r:id="rId7"/>
    <p:sldId id="2574" r:id="rId8"/>
    <p:sldId id="2575" r:id="rId9"/>
    <p:sldId id="2576" r:id="rId10"/>
    <p:sldId id="2578" r:id="rId11"/>
  </p:sldIdLst>
  <p:sldSz cx="12192000" cy="6858000"/>
  <p:notesSz cx="6858000" cy="9144000"/>
  <p:defaultText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CK Uygulamasının Tanıtımı ve Geleceğe Yönelik Gelişim Süreci" id="{C26F6896-7C9E-AC46-92C0-B3B0575EC868}">
          <p14:sldIdLst>
            <p14:sldId id="2561"/>
            <p14:sldId id="2562"/>
          </p14:sldIdLst>
        </p14:section>
        <p14:section name="DECK Uygulamasının Altyapısı ve Çalışma Prensibi" id="{E20D8762-E639-A44C-BC50-F9FFF63F1D9F}">
          <p14:sldIdLst>
            <p14:sldId id="2563"/>
            <p14:sldId id="2564"/>
            <p14:sldId id="2566"/>
          </p14:sldIdLst>
        </p14:section>
        <p14:section name="Raporlama Özellikleri ve Gösterim Ekranları" id="{AC173DAE-6918-6D43-8568-AE42242DF562}">
          <p14:sldIdLst/>
        </p14:section>
        <p14:section name="Canlı Demo Örneği" id="{1FCCAE41-C9F3-814B-8BFD-5106DECDFE98}">
          <p14:sldIdLst>
            <p14:sldId id="2571"/>
          </p14:sldIdLst>
        </p14:section>
        <p14:section name="Gelecek Fazlar: Faz 2 ve Faz 3 Planları" id="{65EB0AC3-F302-354F-99C3-DE515DF6C007}">
          <p14:sldIdLst>
            <p14:sldId id="2574"/>
            <p14:sldId id="2575"/>
            <p14:sldId id="2576"/>
          </p14:sldIdLst>
        </p14:section>
        <p14:section name="Sunumun Özeti ve Kapanış" id="{DB90DEF9-28F7-AF4D-9F9C-ED2EC99F5633}">
          <p14:sldIdLst>
            <p14:sldId id="257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46"/>
  </p:normalViewPr>
  <p:slideViewPr>
    <p:cSldViewPr snapToGrid="0">
      <p:cViewPr varScale="1">
        <p:scale>
          <a:sx n="94" d="100"/>
          <a:sy n="94" d="100"/>
        </p:scale>
        <p:origin x="1296" y="49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50EF64-49CD-A542-A269-12403D030C4F}"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A6DC4FCF-DA16-BC40-8747-F41225DC8231}">
      <dgm:prSet/>
      <dgm:spPr/>
      <dgm:t>
        <a:bodyPr/>
        <a:lstStyle/>
        <a:p>
          <a:pPr>
            <a:lnSpc>
              <a:spcPct val="100000"/>
            </a:lnSpc>
            <a:defRPr b="1"/>
          </a:pPr>
          <a:r>
            <a:rPr lang="en-TR"/>
            <a:t>Modern Teknolojik Altyapı</a:t>
          </a:r>
        </a:p>
      </dgm:t>
    </dgm:pt>
    <dgm:pt modelId="{64E11513-AB4C-034F-99C6-41BCBEC664CB}" type="parTrans" cxnId="{9245346B-B4BF-7B41-BD36-C014398F727E}">
      <dgm:prSet/>
      <dgm:spPr/>
      <dgm:t>
        <a:bodyPr/>
        <a:lstStyle/>
        <a:p>
          <a:endParaRPr lang="en-US"/>
        </a:p>
      </dgm:t>
    </dgm:pt>
    <dgm:pt modelId="{C1BDE698-6FE7-2145-8D70-415D28F393B6}" type="sibTrans" cxnId="{9245346B-B4BF-7B41-BD36-C014398F727E}">
      <dgm:prSet/>
      <dgm:spPr/>
      <dgm:t>
        <a:bodyPr/>
        <a:lstStyle/>
        <a:p>
          <a:pPr>
            <a:lnSpc>
              <a:spcPct val="100000"/>
            </a:lnSpc>
            <a:defRPr b="1"/>
          </a:pPr>
          <a:endParaRPr lang="en-US"/>
        </a:p>
      </dgm:t>
    </dgm:pt>
    <dgm:pt modelId="{24AE5E7A-DD4C-3841-B328-7473B0BD46D1}">
      <dgm:prSet/>
      <dgm:spPr/>
      <dgm:t>
        <a:bodyPr/>
        <a:lstStyle/>
        <a:p>
          <a:pPr>
            <a:lnSpc>
              <a:spcPct val="100000"/>
            </a:lnSpc>
          </a:pPr>
          <a:r>
            <a:rPr lang="en-TR"/>
            <a:t>DECK uygulaması, sağlam ve güncel teknolojilere dayanan güçlü bir altyapı ile geliştirilmiştir.</a:t>
          </a:r>
        </a:p>
      </dgm:t>
    </dgm:pt>
    <dgm:pt modelId="{BC77B2D5-75FE-224D-ACD0-C904689E8CB0}" type="parTrans" cxnId="{7D2337F6-B508-CD42-B433-27AF70C8F7E4}">
      <dgm:prSet/>
      <dgm:spPr/>
      <dgm:t>
        <a:bodyPr/>
        <a:lstStyle/>
        <a:p>
          <a:endParaRPr lang="en-US"/>
        </a:p>
      </dgm:t>
    </dgm:pt>
    <dgm:pt modelId="{0E2625C4-A401-1943-8BAD-00FBB4B1CD42}" type="sibTrans" cxnId="{7D2337F6-B508-CD42-B433-27AF70C8F7E4}">
      <dgm:prSet/>
      <dgm:spPr/>
      <dgm:t>
        <a:bodyPr/>
        <a:lstStyle/>
        <a:p>
          <a:endParaRPr lang="en-US"/>
        </a:p>
      </dgm:t>
    </dgm:pt>
    <dgm:pt modelId="{CACF578A-9A7E-7E4D-B54E-C46C1B22A166}">
      <dgm:prSet/>
      <dgm:spPr/>
      <dgm:t>
        <a:bodyPr/>
        <a:lstStyle/>
        <a:p>
          <a:pPr>
            <a:lnSpc>
              <a:spcPct val="100000"/>
            </a:lnSpc>
            <a:defRPr b="1"/>
          </a:pPr>
          <a:r>
            <a:rPr lang="en-TR"/>
            <a:t>Katmanlı Mimari Yapı</a:t>
          </a:r>
        </a:p>
      </dgm:t>
    </dgm:pt>
    <dgm:pt modelId="{C8DA7099-A659-6748-A1BF-C474494B7AF7}" type="parTrans" cxnId="{5CFCAEC7-750B-5545-98DA-B1F95F8E8662}">
      <dgm:prSet/>
      <dgm:spPr/>
      <dgm:t>
        <a:bodyPr/>
        <a:lstStyle/>
        <a:p>
          <a:endParaRPr lang="en-US"/>
        </a:p>
      </dgm:t>
    </dgm:pt>
    <dgm:pt modelId="{C456BF62-9605-0D47-A532-3B67580AAED0}" type="sibTrans" cxnId="{5CFCAEC7-750B-5545-98DA-B1F95F8E8662}">
      <dgm:prSet/>
      <dgm:spPr/>
      <dgm:t>
        <a:bodyPr/>
        <a:lstStyle/>
        <a:p>
          <a:pPr>
            <a:lnSpc>
              <a:spcPct val="100000"/>
            </a:lnSpc>
            <a:defRPr b="1"/>
          </a:pPr>
          <a:endParaRPr lang="en-US"/>
        </a:p>
      </dgm:t>
    </dgm:pt>
    <dgm:pt modelId="{1110C341-4E10-4B44-94BB-F90DA754514F}">
      <dgm:prSet/>
      <dgm:spPr/>
      <dgm:t>
        <a:bodyPr/>
        <a:lstStyle/>
        <a:p>
          <a:pPr>
            <a:lnSpc>
              <a:spcPct val="100000"/>
            </a:lnSpc>
          </a:pPr>
          <a:r>
            <a:rPr lang="en-TR" dirty="0"/>
            <a:t>Katmanlı mimari, modüler ve esnek kullanım sağlar, böylece uygulamanın farklı bölümleri bağımsız çalışabilir.</a:t>
          </a:r>
        </a:p>
      </dgm:t>
    </dgm:pt>
    <dgm:pt modelId="{0910975B-A3C1-824E-940D-9733341C62E1}" type="parTrans" cxnId="{49B2FDA8-2797-194A-BD85-C03E37F3F2EA}">
      <dgm:prSet/>
      <dgm:spPr/>
      <dgm:t>
        <a:bodyPr/>
        <a:lstStyle/>
        <a:p>
          <a:endParaRPr lang="en-US"/>
        </a:p>
      </dgm:t>
    </dgm:pt>
    <dgm:pt modelId="{0C9E2869-81D4-364F-BAC0-2762730C3CDA}" type="sibTrans" cxnId="{49B2FDA8-2797-194A-BD85-C03E37F3F2EA}">
      <dgm:prSet/>
      <dgm:spPr/>
      <dgm:t>
        <a:bodyPr/>
        <a:lstStyle/>
        <a:p>
          <a:endParaRPr lang="en-US"/>
        </a:p>
      </dgm:t>
    </dgm:pt>
    <dgm:pt modelId="{0B3D2119-5115-EB4A-A543-777B4595EDDC}">
      <dgm:prSet/>
      <dgm:spPr/>
      <dgm:t>
        <a:bodyPr/>
        <a:lstStyle/>
        <a:p>
          <a:pPr>
            <a:lnSpc>
              <a:spcPct val="100000"/>
            </a:lnSpc>
            <a:defRPr b="1"/>
          </a:pPr>
          <a:r>
            <a:rPr lang="en-TR"/>
            <a:t>Ölçeklenebilirlik ve Bakım</a:t>
          </a:r>
        </a:p>
      </dgm:t>
    </dgm:pt>
    <dgm:pt modelId="{DFCA1E3B-47C9-894B-A344-4C89613E860A}" type="parTrans" cxnId="{660616EA-3854-DC48-A471-7D612023ABC9}">
      <dgm:prSet/>
      <dgm:spPr/>
      <dgm:t>
        <a:bodyPr/>
        <a:lstStyle/>
        <a:p>
          <a:endParaRPr lang="en-US"/>
        </a:p>
      </dgm:t>
    </dgm:pt>
    <dgm:pt modelId="{885EBB28-E948-3C49-8348-2EB65FB8C515}" type="sibTrans" cxnId="{660616EA-3854-DC48-A471-7D612023ABC9}">
      <dgm:prSet/>
      <dgm:spPr/>
      <dgm:t>
        <a:bodyPr/>
        <a:lstStyle/>
        <a:p>
          <a:endParaRPr lang="en-US"/>
        </a:p>
      </dgm:t>
    </dgm:pt>
    <dgm:pt modelId="{E7468196-960F-2940-922B-4B4BAE3DFFE9}">
      <dgm:prSet/>
      <dgm:spPr/>
      <dgm:t>
        <a:bodyPr/>
        <a:lstStyle/>
        <a:p>
          <a:pPr>
            <a:lnSpc>
              <a:spcPct val="100000"/>
            </a:lnSpc>
          </a:pPr>
          <a:r>
            <a:rPr lang="en-TR"/>
            <a:t>Yapı, kolay ölçeklenebilirlik ve bakım imkanı sunarak uzun vadeli kullanım avantajı sağlar.</a:t>
          </a:r>
        </a:p>
      </dgm:t>
    </dgm:pt>
    <dgm:pt modelId="{675AFAA0-8E8A-0046-A80C-0991C113C115}" type="parTrans" cxnId="{9DF2A0AF-CD01-4A4E-9434-91D4BA6E1811}">
      <dgm:prSet/>
      <dgm:spPr/>
      <dgm:t>
        <a:bodyPr/>
        <a:lstStyle/>
        <a:p>
          <a:endParaRPr lang="en-US"/>
        </a:p>
      </dgm:t>
    </dgm:pt>
    <dgm:pt modelId="{AFBC45F3-20E4-DA40-9BC1-FE55E09CD3A3}" type="sibTrans" cxnId="{9DF2A0AF-CD01-4A4E-9434-91D4BA6E1811}">
      <dgm:prSet/>
      <dgm:spPr/>
      <dgm:t>
        <a:bodyPr/>
        <a:lstStyle/>
        <a:p>
          <a:endParaRPr lang="en-US"/>
        </a:p>
      </dgm:t>
    </dgm:pt>
    <dgm:pt modelId="{08A5414F-DF62-41D0-941A-A1A0DA0C40B6}" type="pres">
      <dgm:prSet presAssocID="{C750EF64-49CD-A542-A269-12403D030C4F}" presName="Root" presStyleCnt="0">
        <dgm:presLayoutVars>
          <dgm:dir/>
          <dgm:resizeHandles val="exact"/>
        </dgm:presLayoutVars>
      </dgm:prSet>
      <dgm:spPr/>
    </dgm:pt>
    <dgm:pt modelId="{7DB1683B-E801-4D68-99AD-30B2C7725702}" type="pres">
      <dgm:prSet presAssocID="{A6DC4FCF-DA16-BC40-8747-F41225DC8231}" presName="Composite" presStyleCnt="0"/>
      <dgm:spPr/>
    </dgm:pt>
    <dgm:pt modelId="{1F6EC9AA-1385-40E5-9D23-CE31F6789ADC}" type="pres">
      <dgm:prSet presAssocID="{A6DC4FCF-DA16-BC40-8747-F41225DC8231}"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3047" r="20203" b="1"/>
          <a:stretch/>
        </a:blipFill>
      </dgm:spPr>
      <dgm:extLst>
        <a:ext uri="{E40237B7-FDA0-4F09-8148-C483321AD2D9}">
          <dgm14:cNvPr xmlns:dgm14="http://schemas.microsoft.com/office/drawing/2010/diagram" id="0" name="" descr="Aydınlatılmış sunucu odası paneli"/>
        </a:ext>
      </dgm:extLst>
    </dgm:pt>
    <dgm:pt modelId="{C34378E4-0EC5-4323-BCAF-FDECDA619414}" type="pres">
      <dgm:prSet presAssocID="{A6DC4FCF-DA16-BC40-8747-F41225DC8231}" presName="Subtitle" presStyleLbl="revTx" presStyleIdx="0" presStyleCnt="6">
        <dgm:presLayoutVars>
          <dgm:chMax val="0"/>
          <dgm:bulletEnabled/>
        </dgm:presLayoutVars>
      </dgm:prSet>
      <dgm:spPr/>
    </dgm:pt>
    <dgm:pt modelId="{3F07B574-92D7-4A61-BB31-C9D18DA3F81A}" type="pres">
      <dgm:prSet presAssocID="{A6DC4FCF-DA16-BC40-8747-F41225DC8231}" presName="Description" presStyleLbl="revTx" presStyleIdx="1" presStyleCnt="6">
        <dgm:presLayoutVars>
          <dgm:bulletEnabled/>
        </dgm:presLayoutVars>
      </dgm:prSet>
      <dgm:spPr/>
    </dgm:pt>
    <dgm:pt modelId="{9DAC5593-B586-46C8-B860-77AF9B57BC48}" type="pres">
      <dgm:prSet presAssocID="{C1BDE698-6FE7-2145-8D70-415D28F393B6}" presName="sibTrans" presStyleLbl="sibTrans2D1" presStyleIdx="0" presStyleCnt="0"/>
      <dgm:spPr/>
    </dgm:pt>
    <dgm:pt modelId="{CC99F991-6A9A-44C8-AF78-105429248062}" type="pres">
      <dgm:prSet presAssocID="{CACF578A-9A7E-7E4D-B54E-C46C1B22A166}" presName="Composite" presStyleCnt="0"/>
      <dgm:spPr/>
    </dgm:pt>
    <dgm:pt modelId="{CA43B961-9104-49C6-A041-F3487DF9BD98}" type="pres">
      <dgm:prSet presAssocID="{CACF578A-9A7E-7E4D-B54E-C46C1B22A166}"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853" r="5653" b="6"/>
          <a:stretch/>
        </a:blipFill>
      </dgm:spPr>
      <dgm:extLst>
        <a:ext uri="{E40237B7-FDA0-4F09-8148-C483321AD2D9}">
          <dgm14:cNvPr xmlns:dgm14="http://schemas.microsoft.com/office/drawing/2010/diagram" id="0" name="" descr="Modern mimari bir bina kompleksinin 3D tel çerçevesi."/>
        </a:ext>
      </dgm:extLst>
    </dgm:pt>
    <dgm:pt modelId="{1D1A66C7-D3CA-4551-A8D8-8F40ECB97B55}" type="pres">
      <dgm:prSet presAssocID="{CACF578A-9A7E-7E4D-B54E-C46C1B22A166}" presName="Subtitle" presStyleLbl="revTx" presStyleIdx="2" presStyleCnt="6">
        <dgm:presLayoutVars>
          <dgm:chMax val="0"/>
          <dgm:bulletEnabled/>
        </dgm:presLayoutVars>
      </dgm:prSet>
      <dgm:spPr/>
    </dgm:pt>
    <dgm:pt modelId="{9FCDD454-9974-459D-A758-FCCD1D84AD82}" type="pres">
      <dgm:prSet presAssocID="{CACF578A-9A7E-7E4D-B54E-C46C1B22A166}" presName="Description" presStyleLbl="revTx" presStyleIdx="3" presStyleCnt="6">
        <dgm:presLayoutVars>
          <dgm:bulletEnabled/>
        </dgm:presLayoutVars>
      </dgm:prSet>
      <dgm:spPr/>
    </dgm:pt>
    <dgm:pt modelId="{E7C16E85-3A90-4168-932E-68D9014F304C}" type="pres">
      <dgm:prSet presAssocID="{C456BF62-9605-0D47-A532-3B67580AAED0}" presName="sibTrans" presStyleLbl="sibTrans2D1" presStyleIdx="0" presStyleCnt="0"/>
      <dgm:spPr/>
    </dgm:pt>
    <dgm:pt modelId="{C2AE1FE9-3020-4AEC-AC15-778097B164E0}" type="pres">
      <dgm:prSet presAssocID="{0B3D2119-5115-EB4A-A543-777B4595EDDC}" presName="Composite" presStyleCnt="0"/>
      <dgm:spPr/>
    </dgm:pt>
    <dgm:pt modelId="{C63BEBAB-F7DE-4516-851B-1F9BB4C52244}" type="pres">
      <dgm:prSet presAssocID="{0B3D2119-5115-EB4A-A543-777B4595EDDC}"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6127" r="23879" b="9"/>
          <a:stretch/>
        </a:blipFill>
      </dgm:spPr>
      <dgm:extLst>
        <a:ext uri="{E40237B7-FDA0-4F09-8148-C483321AD2D9}">
          <dgm14:cNvPr xmlns:dgm14="http://schemas.microsoft.com/office/drawing/2010/diagram" id="0" name="" descr="Mavi soyut arka planda ikili kodlu bulut ve onarım araçları. Bulut bilişim kavramı"/>
        </a:ext>
      </dgm:extLst>
    </dgm:pt>
    <dgm:pt modelId="{744BD10D-EEA4-4CCD-9125-EBCEE613AF20}" type="pres">
      <dgm:prSet presAssocID="{0B3D2119-5115-EB4A-A543-777B4595EDDC}" presName="Subtitle" presStyleLbl="revTx" presStyleIdx="4" presStyleCnt="6">
        <dgm:presLayoutVars>
          <dgm:chMax val="0"/>
          <dgm:bulletEnabled/>
        </dgm:presLayoutVars>
      </dgm:prSet>
      <dgm:spPr/>
    </dgm:pt>
    <dgm:pt modelId="{39094CC2-8EC4-4623-BCF3-B236282B9641}" type="pres">
      <dgm:prSet presAssocID="{0B3D2119-5115-EB4A-A543-777B4595EDDC}" presName="Description" presStyleLbl="revTx" presStyleIdx="5" presStyleCnt="6">
        <dgm:presLayoutVars>
          <dgm:bulletEnabled/>
        </dgm:presLayoutVars>
      </dgm:prSet>
      <dgm:spPr/>
    </dgm:pt>
  </dgm:ptLst>
  <dgm:cxnLst>
    <dgm:cxn modelId="{695FD328-2D0F-FF48-B242-FD0D8990B209}" type="presOf" srcId="{C1BDE698-6FE7-2145-8D70-415D28F393B6}" destId="{9DAC5593-B586-46C8-B860-77AF9B57BC48}" srcOrd="0" destOrd="0" presId="urn:microsoft.com/office/officeart/2024/3/layout/verticalVisualTextBlock1"/>
    <dgm:cxn modelId="{1689482D-AE71-C943-B6AE-0A7488955D48}" type="presOf" srcId="{C750EF64-49CD-A542-A269-12403D030C4F}" destId="{08A5414F-DF62-41D0-941A-A1A0DA0C40B6}" srcOrd="0" destOrd="0" presId="urn:microsoft.com/office/officeart/2024/3/layout/verticalVisualTextBlock1"/>
    <dgm:cxn modelId="{6CC3B72E-9AF3-FF49-A357-C4CCA9196F85}" type="presOf" srcId="{CACF578A-9A7E-7E4D-B54E-C46C1B22A166}" destId="{1D1A66C7-D3CA-4551-A8D8-8F40ECB97B55}" srcOrd="0" destOrd="0" presId="urn:microsoft.com/office/officeart/2024/3/layout/verticalVisualTextBlock1"/>
    <dgm:cxn modelId="{51FF4232-A502-6F42-B2BA-0284F614B07E}" type="presOf" srcId="{A6DC4FCF-DA16-BC40-8747-F41225DC8231}" destId="{C34378E4-0EC5-4323-BCAF-FDECDA619414}" srcOrd="0" destOrd="0" presId="urn:microsoft.com/office/officeart/2024/3/layout/verticalVisualTextBlock1"/>
    <dgm:cxn modelId="{FA8DBC51-E7A7-AF41-A0FA-DD138C1EEF8A}" type="presOf" srcId="{24AE5E7A-DD4C-3841-B328-7473B0BD46D1}" destId="{3F07B574-92D7-4A61-BB31-C9D18DA3F81A}" srcOrd="0" destOrd="0" presId="urn:microsoft.com/office/officeart/2024/3/layout/verticalVisualTextBlock1"/>
    <dgm:cxn modelId="{9245346B-B4BF-7B41-BD36-C014398F727E}" srcId="{C750EF64-49CD-A542-A269-12403D030C4F}" destId="{A6DC4FCF-DA16-BC40-8747-F41225DC8231}" srcOrd="0" destOrd="0" parTransId="{64E11513-AB4C-034F-99C6-41BCBEC664CB}" sibTransId="{C1BDE698-6FE7-2145-8D70-415D28F393B6}"/>
    <dgm:cxn modelId="{552D3B6D-D3E0-DC4F-B83D-5C568D1E8CB5}" type="presOf" srcId="{1110C341-4E10-4B44-94BB-F90DA754514F}" destId="{9FCDD454-9974-459D-A758-FCCD1D84AD82}" srcOrd="0" destOrd="0" presId="urn:microsoft.com/office/officeart/2024/3/layout/verticalVisualTextBlock1"/>
    <dgm:cxn modelId="{0793A9A0-99D0-C946-9766-5A1D317FCB4F}" type="presOf" srcId="{0B3D2119-5115-EB4A-A543-777B4595EDDC}" destId="{744BD10D-EEA4-4CCD-9125-EBCEE613AF20}" srcOrd="0" destOrd="0" presId="urn:microsoft.com/office/officeart/2024/3/layout/verticalVisualTextBlock1"/>
    <dgm:cxn modelId="{49B2FDA8-2797-194A-BD85-C03E37F3F2EA}" srcId="{CACF578A-9A7E-7E4D-B54E-C46C1B22A166}" destId="{1110C341-4E10-4B44-94BB-F90DA754514F}" srcOrd="0" destOrd="0" parTransId="{0910975B-A3C1-824E-940D-9733341C62E1}" sibTransId="{0C9E2869-81D4-364F-BAC0-2762730C3CDA}"/>
    <dgm:cxn modelId="{9DF2A0AF-CD01-4A4E-9434-91D4BA6E1811}" srcId="{0B3D2119-5115-EB4A-A543-777B4595EDDC}" destId="{E7468196-960F-2940-922B-4B4BAE3DFFE9}" srcOrd="0" destOrd="0" parTransId="{675AFAA0-8E8A-0046-A80C-0991C113C115}" sibTransId="{AFBC45F3-20E4-DA40-9BC1-FE55E09CD3A3}"/>
    <dgm:cxn modelId="{865C7FBE-12A4-4F4E-9E2B-595E395BFCD8}" type="presOf" srcId="{C456BF62-9605-0D47-A532-3B67580AAED0}" destId="{E7C16E85-3A90-4168-932E-68D9014F304C}" srcOrd="0" destOrd="0" presId="urn:microsoft.com/office/officeart/2024/3/layout/verticalVisualTextBlock1"/>
    <dgm:cxn modelId="{5CFCAEC7-750B-5545-98DA-B1F95F8E8662}" srcId="{C750EF64-49CD-A542-A269-12403D030C4F}" destId="{CACF578A-9A7E-7E4D-B54E-C46C1B22A166}" srcOrd="1" destOrd="0" parTransId="{C8DA7099-A659-6748-A1BF-C474494B7AF7}" sibTransId="{C456BF62-9605-0D47-A532-3B67580AAED0}"/>
    <dgm:cxn modelId="{70CF4EC8-4535-1B4F-A583-2290C9A3E3FD}" type="presOf" srcId="{E7468196-960F-2940-922B-4B4BAE3DFFE9}" destId="{39094CC2-8EC4-4623-BCF3-B236282B9641}" srcOrd="0" destOrd="0" presId="urn:microsoft.com/office/officeart/2024/3/layout/verticalVisualTextBlock1"/>
    <dgm:cxn modelId="{660616EA-3854-DC48-A471-7D612023ABC9}" srcId="{C750EF64-49CD-A542-A269-12403D030C4F}" destId="{0B3D2119-5115-EB4A-A543-777B4595EDDC}" srcOrd="2" destOrd="0" parTransId="{DFCA1E3B-47C9-894B-A344-4C89613E860A}" sibTransId="{885EBB28-E948-3C49-8348-2EB65FB8C515}"/>
    <dgm:cxn modelId="{7D2337F6-B508-CD42-B433-27AF70C8F7E4}" srcId="{A6DC4FCF-DA16-BC40-8747-F41225DC8231}" destId="{24AE5E7A-DD4C-3841-B328-7473B0BD46D1}" srcOrd="0" destOrd="0" parTransId="{BC77B2D5-75FE-224D-ACD0-C904689E8CB0}" sibTransId="{0E2625C4-A401-1943-8BAD-00FBB4B1CD42}"/>
    <dgm:cxn modelId="{C609DDAB-C9E4-694C-8376-783DFB645C3C}" type="presParOf" srcId="{08A5414F-DF62-41D0-941A-A1A0DA0C40B6}" destId="{7DB1683B-E801-4D68-99AD-30B2C7725702}" srcOrd="0" destOrd="0" presId="urn:microsoft.com/office/officeart/2024/3/layout/verticalVisualTextBlock1"/>
    <dgm:cxn modelId="{F5C8CCC1-595F-AA4A-8532-39E7093756FE}" type="presParOf" srcId="{7DB1683B-E801-4D68-99AD-30B2C7725702}" destId="{1F6EC9AA-1385-40E5-9D23-CE31F6789ADC}" srcOrd="0" destOrd="0" presId="urn:microsoft.com/office/officeart/2024/3/layout/verticalVisualTextBlock1"/>
    <dgm:cxn modelId="{D20F16F5-7F31-7A47-8C45-3426B07F1333}" type="presParOf" srcId="{7DB1683B-E801-4D68-99AD-30B2C7725702}" destId="{C34378E4-0EC5-4323-BCAF-FDECDA619414}" srcOrd="1" destOrd="0" presId="urn:microsoft.com/office/officeart/2024/3/layout/verticalVisualTextBlock1"/>
    <dgm:cxn modelId="{2C047214-A5BD-C24A-969C-F79CB1568019}" type="presParOf" srcId="{7DB1683B-E801-4D68-99AD-30B2C7725702}" destId="{3F07B574-92D7-4A61-BB31-C9D18DA3F81A}" srcOrd="2" destOrd="0" presId="urn:microsoft.com/office/officeart/2024/3/layout/verticalVisualTextBlock1"/>
    <dgm:cxn modelId="{A30B3FA3-06ED-F140-8A7B-AB4620E11BFA}" type="presParOf" srcId="{08A5414F-DF62-41D0-941A-A1A0DA0C40B6}" destId="{9DAC5593-B586-46C8-B860-77AF9B57BC48}" srcOrd="1" destOrd="0" presId="urn:microsoft.com/office/officeart/2024/3/layout/verticalVisualTextBlock1"/>
    <dgm:cxn modelId="{C7877979-F0E9-CD47-912A-D0A9AF5D559A}" type="presParOf" srcId="{08A5414F-DF62-41D0-941A-A1A0DA0C40B6}" destId="{CC99F991-6A9A-44C8-AF78-105429248062}" srcOrd="2" destOrd="0" presId="urn:microsoft.com/office/officeart/2024/3/layout/verticalVisualTextBlock1"/>
    <dgm:cxn modelId="{8F203F2C-EC36-9D4E-96E0-41A18940F0B9}" type="presParOf" srcId="{CC99F991-6A9A-44C8-AF78-105429248062}" destId="{CA43B961-9104-49C6-A041-F3487DF9BD98}" srcOrd="0" destOrd="0" presId="urn:microsoft.com/office/officeart/2024/3/layout/verticalVisualTextBlock1"/>
    <dgm:cxn modelId="{7ACD8693-F4F5-494B-B456-5B2343E4682E}" type="presParOf" srcId="{CC99F991-6A9A-44C8-AF78-105429248062}" destId="{1D1A66C7-D3CA-4551-A8D8-8F40ECB97B55}" srcOrd="1" destOrd="0" presId="urn:microsoft.com/office/officeart/2024/3/layout/verticalVisualTextBlock1"/>
    <dgm:cxn modelId="{0DAA0AAB-11F5-C74C-8DDB-EA5D8D3EF38A}" type="presParOf" srcId="{CC99F991-6A9A-44C8-AF78-105429248062}" destId="{9FCDD454-9974-459D-A758-FCCD1D84AD82}" srcOrd="2" destOrd="0" presId="urn:microsoft.com/office/officeart/2024/3/layout/verticalVisualTextBlock1"/>
    <dgm:cxn modelId="{84BE9B41-9FEA-C044-B788-BD1B321BEEA6}" type="presParOf" srcId="{08A5414F-DF62-41D0-941A-A1A0DA0C40B6}" destId="{E7C16E85-3A90-4168-932E-68D9014F304C}" srcOrd="3" destOrd="0" presId="urn:microsoft.com/office/officeart/2024/3/layout/verticalVisualTextBlock1"/>
    <dgm:cxn modelId="{E7913049-CD67-B74A-AFB5-B75D97866E27}" type="presParOf" srcId="{08A5414F-DF62-41D0-941A-A1A0DA0C40B6}" destId="{C2AE1FE9-3020-4AEC-AC15-778097B164E0}" srcOrd="4" destOrd="0" presId="urn:microsoft.com/office/officeart/2024/3/layout/verticalVisualTextBlock1"/>
    <dgm:cxn modelId="{2B5643D9-0A4D-A346-8B72-D5B256A6C2EF}" type="presParOf" srcId="{C2AE1FE9-3020-4AEC-AC15-778097B164E0}" destId="{C63BEBAB-F7DE-4516-851B-1F9BB4C52244}" srcOrd="0" destOrd="0" presId="urn:microsoft.com/office/officeart/2024/3/layout/verticalVisualTextBlock1"/>
    <dgm:cxn modelId="{FDB4D509-2A66-5A41-8CD9-40848314433E}" type="presParOf" srcId="{C2AE1FE9-3020-4AEC-AC15-778097B164E0}" destId="{744BD10D-EEA4-4CCD-9125-EBCEE613AF20}" srcOrd="1" destOrd="0" presId="urn:microsoft.com/office/officeart/2024/3/layout/verticalVisualTextBlock1"/>
    <dgm:cxn modelId="{71C8C860-1CA5-4C4F-908E-039183F02BBD}" type="presParOf" srcId="{C2AE1FE9-3020-4AEC-AC15-778097B164E0}" destId="{39094CC2-8EC4-4623-BCF3-B236282B9641}"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6EC9AA-1385-40E5-9D23-CE31F6789ADC}">
      <dsp:nvSpPr>
        <dsp:cNvPr id="0" name=""/>
        <dsp:cNvSpPr/>
      </dsp:nvSpPr>
      <dsp:spPr>
        <a:xfrm>
          <a:off x="0" y="0"/>
          <a:ext cx="1370761" cy="1370761"/>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3047" r="20203" b="1"/>
          <a:stretch/>
        </a:blipFill>
        <a:ln>
          <a:noFill/>
        </a:ln>
        <a:effectLst/>
      </dsp:spPr>
      <dsp:style>
        <a:lnRef idx="0">
          <a:scrgbClr r="0" g="0" b="0"/>
        </a:lnRef>
        <a:fillRef idx="3">
          <a:scrgbClr r="0" g="0" b="0"/>
        </a:fillRef>
        <a:effectRef idx="2">
          <a:scrgbClr r="0" g="0" b="0"/>
        </a:effectRef>
        <a:fontRef idx="minor">
          <a:schemeClr val="lt1"/>
        </a:fontRef>
      </dsp:style>
    </dsp:sp>
    <dsp:sp modelId="{C34378E4-0EC5-4323-BCAF-FDECDA619414}">
      <dsp:nvSpPr>
        <dsp:cNvPr id="0" name=""/>
        <dsp:cNvSpPr/>
      </dsp:nvSpPr>
      <dsp:spPr>
        <a:xfrm>
          <a:off x="1550761" y="0"/>
          <a:ext cx="3866366" cy="357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TR" sz="1800" kern="1200"/>
            <a:t>Modern Teknolojik Altyapı</a:t>
          </a:r>
        </a:p>
      </dsp:txBody>
      <dsp:txXfrm>
        <a:off x="1550761" y="0"/>
        <a:ext cx="3866366" cy="357305"/>
      </dsp:txXfrm>
    </dsp:sp>
    <dsp:sp modelId="{3F07B574-92D7-4A61-BB31-C9D18DA3F81A}">
      <dsp:nvSpPr>
        <dsp:cNvPr id="0" name=""/>
        <dsp:cNvSpPr/>
      </dsp:nvSpPr>
      <dsp:spPr>
        <a:xfrm>
          <a:off x="1550761" y="357305"/>
          <a:ext cx="3866366" cy="1013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TR" sz="1400" kern="1200"/>
            <a:t>DECK uygulaması, sağlam ve güncel teknolojilere dayanan güçlü bir altyapı ile geliştirilmiştir.</a:t>
          </a:r>
        </a:p>
      </dsp:txBody>
      <dsp:txXfrm>
        <a:off x="1550761" y="357305"/>
        <a:ext cx="3866366" cy="1013455"/>
      </dsp:txXfrm>
    </dsp:sp>
    <dsp:sp modelId="{CA43B961-9104-49C6-A041-F3487DF9BD98}">
      <dsp:nvSpPr>
        <dsp:cNvPr id="0" name=""/>
        <dsp:cNvSpPr/>
      </dsp:nvSpPr>
      <dsp:spPr>
        <a:xfrm>
          <a:off x="0" y="1480422"/>
          <a:ext cx="1370761" cy="1370761"/>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853" r="5653" b="6"/>
          <a:stretch/>
        </a:blipFill>
        <a:ln>
          <a:noFill/>
        </a:ln>
        <a:effectLst/>
      </dsp:spPr>
      <dsp:style>
        <a:lnRef idx="0">
          <a:scrgbClr r="0" g="0" b="0"/>
        </a:lnRef>
        <a:fillRef idx="3">
          <a:scrgbClr r="0" g="0" b="0"/>
        </a:fillRef>
        <a:effectRef idx="2">
          <a:scrgbClr r="0" g="0" b="0"/>
        </a:effectRef>
        <a:fontRef idx="minor">
          <a:schemeClr val="lt1"/>
        </a:fontRef>
      </dsp:style>
    </dsp:sp>
    <dsp:sp modelId="{1D1A66C7-D3CA-4551-A8D8-8F40ECB97B55}">
      <dsp:nvSpPr>
        <dsp:cNvPr id="0" name=""/>
        <dsp:cNvSpPr/>
      </dsp:nvSpPr>
      <dsp:spPr>
        <a:xfrm>
          <a:off x="1550761" y="1480422"/>
          <a:ext cx="3866366" cy="357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TR" sz="1800" kern="1200"/>
            <a:t>Katmanlı Mimari Yapı</a:t>
          </a:r>
        </a:p>
      </dsp:txBody>
      <dsp:txXfrm>
        <a:off x="1550761" y="1480422"/>
        <a:ext cx="3866366" cy="357305"/>
      </dsp:txXfrm>
    </dsp:sp>
    <dsp:sp modelId="{9FCDD454-9974-459D-A758-FCCD1D84AD82}">
      <dsp:nvSpPr>
        <dsp:cNvPr id="0" name=""/>
        <dsp:cNvSpPr/>
      </dsp:nvSpPr>
      <dsp:spPr>
        <a:xfrm>
          <a:off x="1550761" y="1837728"/>
          <a:ext cx="3866366" cy="1013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TR" sz="1400" kern="1200" dirty="0"/>
            <a:t>Katmanlı mimari, modüler ve esnek kullanım sağlar, böylece uygulamanın farklı bölümleri bağımsız çalışabilir.</a:t>
          </a:r>
        </a:p>
      </dsp:txBody>
      <dsp:txXfrm>
        <a:off x="1550761" y="1837728"/>
        <a:ext cx="3866366" cy="1013455"/>
      </dsp:txXfrm>
    </dsp:sp>
    <dsp:sp modelId="{C63BEBAB-F7DE-4516-851B-1F9BB4C52244}">
      <dsp:nvSpPr>
        <dsp:cNvPr id="0" name=""/>
        <dsp:cNvSpPr/>
      </dsp:nvSpPr>
      <dsp:spPr>
        <a:xfrm>
          <a:off x="0" y="2960844"/>
          <a:ext cx="1370761" cy="1370761"/>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6127" r="23879" b="9"/>
          <a:stretch/>
        </a:blipFill>
        <a:ln>
          <a:noFill/>
        </a:ln>
        <a:effectLst/>
      </dsp:spPr>
      <dsp:style>
        <a:lnRef idx="0">
          <a:scrgbClr r="0" g="0" b="0"/>
        </a:lnRef>
        <a:fillRef idx="3">
          <a:scrgbClr r="0" g="0" b="0"/>
        </a:fillRef>
        <a:effectRef idx="2">
          <a:scrgbClr r="0" g="0" b="0"/>
        </a:effectRef>
        <a:fontRef idx="minor">
          <a:schemeClr val="lt1"/>
        </a:fontRef>
      </dsp:style>
    </dsp:sp>
    <dsp:sp modelId="{744BD10D-EEA4-4CCD-9125-EBCEE613AF20}">
      <dsp:nvSpPr>
        <dsp:cNvPr id="0" name=""/>
        <dsp:cNvSpPr/>
      </dsp:nvSpPr>
      <dsp:spPr>
        <a:xfrm>
          <a:off x="1550761" y="2960844"/>
          <a:ext cx="3866366" cy="357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TR" sz="1800" kern="1200"/>
            <a:t>Ölçeklenebilirlik ve Bakım</a:t>
          </a:r>
        </a:p>
      </dsp:txBody>
      <dsp:txXfrm>
        <a:off x="1550761" y="2960844"/>
        <a:ext cx="3866366" cy="357305"/>
      </dsp:txXfrm>
    </dsp:sp>
    <dsp:sp modelId="{39094CC2-8EC4-4623-BCF3-B236282B9641}">
      <dsp:nvSpPr>
        <dsp:cNvPr id="0" name=""/>
        <dsp:cNvSpPr/>
      </dsp:nvSpPr>
      <dsp:spPr>
        <a:xfrm>
          <a:off x="1550761" y="3318150"/>
          <a:ext cx="3866366" cy="1013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TR" sz="1400" kern="1200"/>
            <a:t>Yapı, kolay ölçeklenebilirlik ve bakım imkanı sunarak uzun vadeli kullanım avantajı sağlar.</a:t>
          </a:r>
        </a:p>
      </dsp:txBody>
      <dsp:txXfrm>
        <a:off x="1550761" y="3318150"/>
        <a:ext cx="3866366" cy="1013455"/>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A27924-83ED-4B4C-BC23-7B2B39093E68}" type="datetimeFigureOut">
              <a:rPr lang="en-TR" smtClean="0"/>
              <a:t>13.02.2026</a:t>
            </a:fld>
            <a:endParaRPr lang="en-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2B163-6DAA-BA4D-992D-BA889562869C}" type="slidenum">
              <a:rPr lang="en-TR" smtClean="0"/>
              <a:t>‹#›</a:t>
            </a:fld>
            <a:endParaRPr lang="en-TR"/>
          </a:p>
        </p:txBody>
      </p:sp>
    </p:spTree>
    <p:extLst>
      <p:ext uri="{BB962C8B-B14F-4D97-AF65-F5344CB8AC3E}">
        <p14:creationId xmlns:p14="http://schemas.microsoft.com/office/powerpoint/2010/main" val="2790104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a:t>Yapay zeka tarafından oluşturulmuş içerik yanlış olabilir.
---
Bu sunumda DECK uygulamasının altyapısı, çalışma prensipleri, raporlama özellikleri ve kullanıcı dostu gösterim ekranları üzerinde durulacaktır. Ayrıca canlı demo örneği ile uygulamanın gerçek zamanlı kullanımını gösterecek ve gelecek fazlar için planlanan gelişmeler paylaşılacaktır.
</a:t>
            </a:r>
          </a:p>
        </p:txBody>
      </p:sp>
      <p:sp>
        <p:nvSpPr>
          <p:cNvPr id="4" name="Slide Number Placeholder 3"/>
          <p:cNvSpPr>
            <a:spLocks noGrp="1"/>
          </p:cNvSpPr>
          <p:nvPr>
            <p:ph type="sldNum" sz="quarter" idx="5"/>
          </p:nvPr>
        </p:nvSpPr>
        <p:spPr/>
        <p:txBody>
          <a:bodyPr/>
          <a:lstStyle/>
          <a:p>
            <a:fld id="{6766F495-B324-CE48-8019-C66B6F34E270}" type="slidenum">
              <a:rPr lang="en-TR" smtClean="0"/>
              <a:t>1</a:t>
            </a:fld>
            <a:endParaRPr lang="en-TR"/>
          </a:p>
        </p:txBody>
      </p:sp>
    </p:spTree>
    <p:extLst>
      <p:ext uri="{BB962C8B-B14F-4D97-AF65-F5344CB8AC3E}">
        <p14:creationId xmlns:p14="http://schemas.microsoft.com/office/powerpoint/2010/main" val="2636115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a:t>Sunum dört ana bölümden oluşmaktadır: DECK uygulamasının altyapısı ve çalışma mantığı, raporlama özellikleri ve rapor ekranları, canlı demo örneği ve son olarak uygulamanın gelecek fazlarına dair planlar ve hedefler.</a:t>
            </a:r>
          </a:p>
        </p:txBody>
      </p:sp>
      <p:sp>
        <p:nvSpPr>
          <p:cNvPr id="4" name="Slide Number Placeholder 3"/>
          <p:cNvSpPr>
            <a:spLocks noGrp="1"/>
          </p:cNvSpPr>
          <p:nvPr>
            <p:ph type="sldNum" sz="quarter" idx="5"/>
          </p:nvPr>
        </p:nvSpPr>
        <p:spPr/>
        <p:txBody>
          <a:bodyPr/>
          <a:lstStyle/>
          <a:p>
            <a:fld id="{6766F495-B324-CE48-8019-C66B6F34E270}" type="slidenum">
              <a:rPr lang="en-TR" smtClean="0"/>
              <a:t>2</a:t>
            </a:fld>
            <a:endParaRPr lang="en-TR"/>
          </a:p>
        </p:txBody>
      </p:sp>
    </p:spTree>
    <p:extLst>
      <p:ext uri="{BB962C8B-B14F-4D97-AF65-F5344CB8AC3E}">
        <p14:creationId xmlns:p14="http://schemas.microsoft.com/office/powerpoint/2010/main" val="4162665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a:t>DECK uygulamasının teknolojik altyapısı, mimari yapısı ve temel çalışma mantığı bu bölümde incelenecektir. Ayrıca uygulamada kullanılan yardımcı araçlar ve entegrasyonlar hakkında bilgi verilecektir.</a:t>
            </a:r>
          </a:p>
        </p:txBody>
      </p:sp>
      <p:sp>
        <p:nvSpPr>
          <p:cNvPr id="4" name="Slide Number Placeholder 3"/>
          <p:cNvSpPr>
            <a:spLocks noGrp="1"/>
          </p:cNvSpPr>
          <p:nvPr>
            <p:ph type="sldNum" sz="quarter" idx="5"/>
          </p:nvPr>
        </p:nvSpPr>
        <p:spPr/>
        <p:txBody>
          <a:bodyPr/>
          <a:lstStyle/>
          <a:p>
            <a:fld id="{6766F495-B324-CE48-8019-C66B6F34E270}" type="slidenum">
              <a:rPr lang="en-TR" smtClean="0"/>
              <a:t>3</a:t>
            </a:fld>
            <a:endParaRPr lang="en-TR"/>
          </a:p>
        </p:txBody>
      </p:sp>
    </p:spTree>
    <p:extLst>
      <p:ext uri="{BB962C8B-B14F-4D97-AF65-F5344CB8AC3E}">
        <p14:creationId xmlns:p14="http://schemas.microsoft.com/office/powerpoint/2010/main" val="4033646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a:t>DECK uygulaması modern teknolojilere dayanan sağlam bir altyapıyla geliştirilmiştir. Katmanlı mimari yapısı sayesinde modüler ve esnek bir kullanım sunar. Bu yapı, ölçeklenebilirlik ve bakım kolaylığı sağlar.</a:t>
            </a:r>
          </a:p>
        </p:txBody>
      </p:sp>
      <p:sp>
        <p:nvSpPr>
          <p:cNvPr id="4" name="Slide Number Placeholder 3"/>
          <p:cNvSpPr>
            <a:spLocks noGrp="1"/>
          </p:cNvSpPr>
          <p:nvPr>
            <p:ph type="sldNum" sz="quarter" idx="5"/>
          </p:nvPr>
        </p:nvSpPr>
        <p:spPr/>
        <p:txBody>
          <a:bodyPr/>
          <a:lstStyle/>
          <a:p>
            <a:fld id="{6766F495-B324-CE48-8019-C66B6F34E270}" type="slidenum">
              <a:rPr lang="en-TR" smtClean="0"/>
              <a:t>4</a:t>
            </a:fld>
            <a:endParaRPr lang="en-TR"/>
          </a:p>
        </p:txBody>
      </p:sp>
    </p:spTree>
    <p:extLst>
      <p:ext uri="{BB962C8B-B14F-4D97-AF65-F5344CB8AC3E}">
        <p14:creationId xmlns:p14="http://schemas.microsoft.com/office/powerpoint/2010/main" val="294870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a:t>DECK, farklı veri kaynakları ve servislerle entegre çalışabilir. API bağlantıları, bulut servisleri ve analitik araçlar uygulamanın önemli yardımcı bileşenleridir. Bu sayede kapsamlı bir ekosistem sunar.</a:t>
            </a:r>
          </a:p>
        </p:txBody>
      </p:sp>
      <p:sp>
        <p:nvSpPr>
          <p:cNvPr id="4" name="Slide Number Placeholder 3"/>
          <p:cNvSpPr>
            <a:spLocks noGrp="1"/>
          </p:cNvSpPr>
          <p:nvPr>
            <p:ph type="sldNum" sz="quarter" idx="5"/>
          </p:nvPr>
        </p:nvSpPr>
        <p:spPr/>
        <p:txBody>
          <a:bodyPr/>
          <a:lstStyle/>
          <a:p>
            <a:fld id="{6766F495-B324-CE48-8019-C66B6F34E270}" type="slidenum">
              <a:rPr lang="en-TR" smtClean="0"/>
              <a:t>5</a:t>
            </a:fld>
            <a:endParaRPr lang="en-TR"/>
          </a:p>
        </p:txBody>
      </p:sp>
    </p:spTree>
    <p:extLst>
      <p:ext uri="{BB962C8B-B14F-4D97-AF65-F5344CB8AC3E}">
        <p14:creationId xmlns:p14="http://schemas.microsoft.com/office/powerpoint/2010/main" val="586415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a:t>Burada DECK uygulamasının gerçek zamanlı kullanımı gösterilecek, kullanıcı etkileşimleri ve geri bildirimleri değerlendirilecektir. Demo sırasında öne çıkan fonksiyonlar detaylandırılacaktır.</a:t>
            </a:r>
          </a:p>
        </p:txBody>
      </p:sp>
      <p:sp>
        <p:nvSpPr>
          <p:cNvPr id="4" name="Slide Number Placeholder 3"/>
          <p:cNvSpPr>
            <a:spLocks noGrp="1"/>
          </p:cNvSpPr>
          <p:nvPr>
            <p:ph type="sldNum" sz="quarter" idx="5"/>
          </p:nvPr>
        </p:nvSpPr>
        <p:spPr/>
        <p:txBody>
          <a:bodyPr/>
          <a:lstStyle/>
          <a:p>
            <a:fld id="{6766F495-B324-CE48-8019-C66B6F34E270}" type="slidenum">
              <a:rPr lang="en-TR" smtClean="0"/>
              <a:t>6</a:t>
            </a:fld>
            <a:endParaRPr lang="en-TR"/>
          </a:p>
        </p:txBody>
      </p:sp>
    </p:spTree>
    <p:extLst>
      <p:ext uri="{BB962C8B-B14F-4D97-AF65-F5344CB8AC3E}">
        <p14:creationId xmlns:p14="http://schemas.microsoft.com/office/powerpoint/2010/main" val="974226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a:t>DECK uygulamasının gelişim yol haritası ve gelecek aşamalarındaki yenilikler bu bölümde sunulacaktır. Kullanıcılara sunulacak ek avantajlar da detaylandırılacaktır.</a:t>
            </a:r>
          </a:p>
        </p:txBody>
      </p:sp>
      <p:sp>
        <p:nvSpPr>
          <p:cNvPr id="4" name="Slide Number Placeholder 3"/>
          <p:cNvSpPr>
            <a:spLocks noGrp="1"/>
          </p:cNvSpPr>
          <p:nvPr>
            <p:ph type="sldNum" sz="quarter" idx="5"/>
          </p:nvPr>
        </p:nvSpPr>
        <p:spPr/>
        <p:txBody>
          <a:bodyPr/>
          <a:lstStyle/>
          <a:p>
            <a:fld id="{6766F495-B324-CE48-8019-C66B6F34E270}" type="slidenum">
              <a:rPr lang="en-TR" smtClean="0"/>
              <a:t>7</a:t>
            </a:fld>
            <a:endParaRPr lang="en-TR"/>
          </a:p>
        </p:txBody>
      </p:sp>
    </p:spTree>
    <p:extLst>
      <p:ext uri="{BB962C8B-B14F-4D97-AF65-F5344CB8AC3E}">
        <p14:creationId xmlns:p14="http://schemas.microsoft.com/office/powerpoint/2010/main" val="3829274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a:t>Faz 2 kapsamında uygulamaya entegre edilecek yeni fonksiyonlar, kullanıcı deneyimini artıracak iyileştirmeler ve teknolojik gelişmeler anlatılacaktır.</a:t>
            </a:r>
          </a:p>
        </p:txBody>
      </p:sp>
      <p:sp>
        <p:nvSpPr>
          <p:cNvPr id="4" name="Slide Number Placeholder 3"/>
          <p:cNvSpPr>
            <a:spLocks noGrp="1"/>
          </p:cNvSpPr>
          <p:nvPr>
            <p:ph type="sldNum" sz="quarter" idx="5"/>
          </p:nvPr>
        </p:nvSpPr>
        <p:spPr/>
        <p:txBody>
          <a:bodyPr/>
          <a:lstStyle/>
          <a:p>
            <a:fld id="{6766F495-B324-CE48-8019-C66B6F34E270}" type="slidenum">
              <a:rPr lang="en-TR" smtClean="0"/>
              <a:t>8</a:t>
            </a:fld>
            <a:endParaRPr lang="en-TR"/>
          </a:p>
        </p:txBody>
      </p:sp>
    </p:spTree>
    <p:extLst>
      <p:ext uri="{BB962C8B-B14F-4D97-AF65-F5344CB8AC3E}">
        <p14:creationId xmlns:p14="http://schemas.microsoft.com/office/powerpoint/2010/main" val="3664479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a:t>Faz 3 planları, uzun vadeli hedefler ve stratejik geliştirmeler üzerinde durur. Uygulamanın kapsamı genişletilecek ve performansı optimize edilecektir.</a:t>
            </a:r>
          </a:p>
        </p:txBody>
      </p:sp>
      <p:sp>
        <p:nvSpPr>
          <p:cNvPr id="4" name="Slide Number Placeholder 3"/>
          <p:cNvSpPr>
            <a:spLocks noGrp="1"/>
          </p:cNvSpPr>
          <p:nvPr>
            <p:ph type="sldNum" sz="quarter" idx="5"/>
          </p:nvPr>
        </p:nvSpPr>
        <p:spPr/>
        <p:txBody>
          <a:bodyPr/>
          <a:lstStyle/>
          <a:p>
            <a:fld id="{6766F495-B324-CE48-8019-C66B6F34E270}" type="slidenum">
              <a:rPr lang="en-TR" smtClean="0"/>
              <a:t>9</a:t>
            </a:fld>
            <a:endParaRPr lang="en-TR"/>
          </a:p>
        </p:txBody>
      </p:sp>
    </p:spTree>
    <p:extLst>
      <p:ext uri="{BB962C8B-B14F-4D97-AF65-F5344CB8AC3E}">
        <p14:creationId xmlns:p14="http://schemas.microsoft.com/office/powerpoint/2010/main" val="2552806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a:t>Bugün DECK uygulamasının altyapısı, raporlama yetenekleri, canlı demo ve gelecek planları hakkında kapsamlı bilgi verdik. Katılımınız için teşekkür eder, sorularınızı almaktan memnuniyet duyarız.</a:t>
            </a:r>
          </a:p>
        </p:txBody>
      </p:sp>
      <p:sp>
        <p:nvSpPr>
          <p:cNvPr id="4" name="Slide Number Placeholder 3"/>
          <p:cNvSpPr>
            <a:spLocks noGrp="1"/>
          </p:cNvSpPr>
          <p:nvPr>
            <p:ph type="sldNum" sz="quarter" idx="5"/>
          </p:nvPr>
        </p:nvSpPr>
        <p:spPr/>
        <p:txBody>
          <a:bodyPr/>
          <a:lstStyle/>
          <a:p>
            <a:fld id="{6766F495-B324-CE48-8019-C66B6F34E270}" type="slidenum">
              <a:rPr lang="en-TR" smtClean="0"/>
              <a:t>10</a:t>
            </a:fld>
            <a:endParaRPr lang="en-TR"/>
          </a:p>
        </p:txBody>
      </p:sp>
    </p:spTree>
    <p:extLst>
      <p:ext uri="{BB962C8B-B14F-4D97-AF65-F5344CB8AC3E}">
        <p14:creationId xmlns:p14="http://schemas.microsoft.com/office/powerpoint/2010/main" val="30688087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48400" y="2819400"/>
            <a:ext cx="5029200" cy="1295400"/>
          </a:xfrm>
        </p:spPr>
        <p:txBody>
          <a:bodyPr vert="horz" lIns="91440" tIns="45720" rIns="91440" bIns="45720" rtlCol="0" anchor="b">
            <a:normAutofit/>
          </a:bodyPr>
          <a:lstStyle>
            <a:lvl1pPr>
              <a:lnSpc>
                <a:spcPct val="100000"/>
              </a:lnSpc>
              <a:defRPr lang="en-US" sz="2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48400" y="4270248"/>
            <a:ext cx="5029200" cy="685800"/>
          </a:xfrm>
        </p:spPr>
        <p:txBody>
          <a:bodyPr vert="horz" lIns="91440" tIns="45720" rIns="91440" bIns="45720" rtlCol="0" anchor="t">
            <a:normAutofit/>
          </a:bodyPr>
          <a:lstStyle>
            <a:lvl1pPr marL="0" indent="0">
              <a:buNone/>
              <a:defRPr lang="en-US" sz="1800" dirty="0"/>
            </a:lvl1pPr>
          </a:lstStyle>
          <a:p>
            <a:pPr lvl="0"/>
            <a:r>
              <a:rPr lang="en-US" dirty="0"/>
              <a:t>Click to edit Master subtitle style</a:t>
            </a:r>
          </a:p>
        </p:txBody>
      </p:sp>
    </p:spTree>
    <p:extLst>
      <p:ext uri="{BB962C8B-B14F-4D97-AF65-F5344CB8AC3E}">
        <p14:creationId xmlns:p14="http://schemas.microsoft.com/office/powerpoint/2010/main" val="42336404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D909A06-A364-5E3D-6D27-7FAA213CE4A0}"/>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78872" y="1830774"/>
            <a:ext cx="10827328" cy="4332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31E58F-1A72-99FC-BFB5-C1A7E18DCA88}"/>
              </a:ext>
            </a:extLst>
          </p:cNvPr>
          <p:cNvSpPr>
            <a:spLocks noGrp="1"/>
          </p:cNvSpPr>
          <p:nvPr>
            <p:ph type="ftr" sz="quarter" idx="11"/>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5AB93EAD-9C49-0E73-60D2-E95D760F702A}"/>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E951C29A-9EE1-5B40-D317-4A98FF038C71}"/>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09423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0" y="3071529"/>
            <a:ext cx="5257800" cy="19812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0" y="5257800"/>
            <a:ext cx="5257800"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5438673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326112-1BD1-F5C0-ED77-E41EEFB039AF}"/>
              </a:ext>
            </a:extLst>
          </p:cNvPr>
          <p:cNvSpPr>
            <a:spLocks noGrp="1"/>
          </p:cNvSpPr>
          <p:nvPr>
            <p:ph type="ctrTitle"/>
          </p:nvPr>
        </p:nvSpPr>
        <p:spPr>
          <a:xfrm>
            <a:off x="678870" y="1142999"/>
            <a:ext cx="4807529" cy="3188635"/>
          </a:xfr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9" name="Subtitle 2">
            <a:extLst>
              <a:ext uri="{FF2B5EF4-FFF2-40B4-BE49-F238E27FC236}">
                <a16:creationId xmlns:a16="http://schemas.microsoft.com/office/drawing/2014/main" id="{E8300B8C-A996-EF72-0213-6F8F903337A4}"/>
              </a:ext>
            </a:extLst>
          </p:cNvPr>
          <p:cNvSpPr>
            <a:spLocks noGrp="1"/>
          </p:cNvSpPr>
          <p:nvPr>
            <p:ph type="subTitle" idx="1"/>
          </p:nvPr>
        </p:nvSpPr>
        <p:spPr>
          <a:xfrm>
            <a:off x="678870" y="4560236"/>
            <a:ext cx="4807529"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1648794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Pr>
        <a:blipFill dpi="0" rotWithShape="1">
          <a:blip r:embed="rId2">
            <a:extLst>
              <a:ext uri="{BEBA8EAE-BF5A-486C-A8C5-ECC9F3942E4B}">
                <a14:imgProps xmlns:a14="http://schemas.microsoft.com/office/drawing/2010/main">
                  <a14:imgLayer r:embed="rId3">
                    <a14:imgEffect>
                      <a14:brightnessContrast bright="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58619" y="609601"/>
            <a:ext cx="5447581" cy="3768320"/>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58618" y="4662326"/>
            <a:ext cx="5447582" cy="1586073"/>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1" y="609600"/>
            <a:ext cx="4935358" cy="5638800"/>
          </a:xfrm>
          <a:blipFill>
            <a:blip r:embed="rId4">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3441499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8871" y="529496"/>
            <a:ext cx="10827330" cy="990600"/>
          </a:xfrm>
        </p:spPr>
        <p:txBody>
          <a:bodyPr vert="horz" lIns="91440" tIns="45720" rIns="91440" bIns="45720" rtlCol="0" anchor="ctr">
            <a:normAutofit/>
          </a:bodyPr>
          <a:lstStyle>
            <a:lvl1pPr algn="ct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8871" y="5337048"/>
            <a:ext cx="10827329" cy="987552"/>
          </a:xfrm>
        </p:spPr>
        <p:txBody>
          <a:bodyPr vert="horz" lIns="91440" tIns="45720" rIns="91440" bIns="45720" rtlCol="0" anchor="ctr">
            <a:normAutofit/>
          </a:bodyPr>
          <a:lstStyle>
            <a:lvl1pPr marL="0" indent="0" algn="ctr">
              <a:buNone/>
              <a:defRPr lang="en-US" sz="1600" dirty="0"/>
            </a:lvl1pPr>
          </a:lstStyle>
          <a:p>
            <a:pPr lvl="0"/>
            <a:r>
              <a:rPr lang="en-US"/>
              <a:t>Click to edit Master subtitle style</a:t>
            </a:r>
          </a:p>
        </p:txBody>
      </p:sp>
      <p:sp>
        <p:nvSpPr>
          <p:cNvPr id="4" name="Picture Placeholder 10">
            <a:extLst>
              <a:ext uri="{FF2B5EF4-FFF2-40B4-BE49-F238E27FC236}">
                <a16:creationId xmlns:a16="http://schemas.microsoft.com/office/drawing/2014/main" id="{3C616236-6C34-2AB3-9A30-9F0CB3F4E1B7}"/>
              </a:ext>
            </a:extLst>
          </p:cNvPr>
          <p:cNvSpPr>
            <a:spLocks noGrp="1"/>
          </p:cNvSpPr>
          <p:nvPr>
            <p:ph type="pic" sz="quarter" idx="13" hasCustomPrompt="1"/>
          </p:nvPr>
        </p:nvSpPr>
        <p:spPr>
          <a:xfrm>
            <a:off x="678871" y="2019299"/>
            <a:ext cx="10827330" cy="2819402"/>
          </a:xfrm>
          <a:blipFill>
            <a:blip r:embed="rId3">
              <a:alphaModFix amt="60000"/>
              <a:extLst>
                <a:ext uri="{28A0092B-C50C-407E-A947-70E740481C1C}">
                  <a14:useLocalDpi xmlns:a14="http://schemas.microsoft.com/office/drawing/2010/main" val="0"/>
                </a:ext>
              </a:extLst>
            </a:blip>
            <a:srcRect/>
            <a:stretch>
              <a:fillRect t="-71622" b="-47190"/>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6450549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24600" y="609600"/>
            <a:ext cx="5188529" cy="4953000"/>
          </a:xfr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18504" y="5867400"/>
            <a:ext cx="5188529" cy="377573"/>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5" name="Picture Placeholder 10">
            <a:extLst>
              <a:ext uri="{FF2B5EF4-FFF2-40B4-BE49-F238E27FC236}">
                <a16:creationId xmlns:a16="http://schemas.microsoft.com/office/drawing/2014/main" id="{A3E0057A-BBE1-599B-C438-DC65F9614590}"/>
              </a:ext>
            </a:extLst>
          </p:cNvPr>
          <p:cNvSpPr>
            <a:spLocks noGrp="1"/>
          </p:cNvSpPr>
          <p:nvPr>
            <p:ph type="pic" sz="quarter" idx="13" hasCustomPrompt="1"/>
          </p:nvPr>
        </p:nvSpPr>
        <p:spPr>
          <a:xfrm>
            <a:off x="678871" y="609600"/>
            <a:ext cx="4935358" cy="5638800"/>
          </a:xfrm>
          <a:blipFill>
            <a:blip r:embed="rId3">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5338238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1450" y="4038601"/>
            <a:ext cx="6587550" cy="2209800"/>
          </a:xfrm>
        </p:spPr>
        <p:txBody>
          <a:bodyPr vert="horz" lIns="91440" tIns="45720" rIns="91440" bIns="45720" rtlCol="0" anchor="t">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8600" y="4038601"/>
            <a:ext cx="3657600" cy="2209799"/>
          </a:xfrm>
        </p:spPr>
        <p:txBody>
          <a:bodyPr vert="horz" lIns="91440" tIns="45720" rIns="91440" bIns="45720" rtlCol="0" anchor="b">
            <a:normAutofit/>
          </a:bodyPr>
          <a:lstStyle>
            <a:lvl1pPr marL="0" indent="0" algn="r">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0" y="609598"/>
            <a:ext cx="10827330" cy="2819402"/>
          </a:xfrm>
          <a:blipFill>
            <a:blip r:embed="rId3">
              <a:alphaModFix amt="60000"/>
              <a:extLst>
                <a:ext uri="{28A0092B-C50C-407E-A947-70E740481C1C}">
                  <a14:useLocalDpi xmlns:a14="http://schemas.microsoft.com/office/drawing/2010/main" val="0"/>
                </a:ext>
              </a:extLst>
            </a:blip>
            <a:srcRect/>
            <a:stretch>
              <a:fillRect t="-86486" b="-32326"/>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68642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32735574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10924441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1CED7D0-671B-7F63-5130-E35828ABE878}"/>
              </a:ext>
            </a:extLst>
          </p:cNvPr>
          <p:cNvSpPr>
            <a:spLocks noGrp="1"/>
          </p:cNvSpPr>
          <p:nvPr>
            <p:ph type="title"/>
          </p:nvPr>
        </p:nvSpPr>
        <p:spPr>
          <a:xfrm>
            <a:off x="4572000" y="1340668"/>
            <a:ext cx="6932507" cy="1135838"/>
          </a:xfrm>
        </p:spPr>
        <p:txBody>
          <a:bodyPr anchor="b">
            <a:normAutofit/>
          </a:bodyPr>
          <a:lstStyle>
            <a:lvl1pPr>
              <a:defRPr sz="2800"/>
            </a:lvl1pPr>
          </a:lstStyle>
          <a:p>
            <a:r>
              <a:rPr lang="en-US" dirty="0"/>
              <a:t>Click to edit Master title style</a:t>
            </a:r>
          </a:p>
        </p:txBody>
      </p:sp>
      <p:sp>
        <p:nvSpPr>
          <p:cNvPr id="8" name="Content Placeholder 6">
            <a:extLst>
              <a:ext uri="{FF2B5EF4-FFF2-40B4-BE49-F238E27FC236}">
                <a16:creationId xmlns:a16="http://schemas.microsoft.com/office/drawing/2014/main" id="{22A82A9B-9EBD-0A77-F607-E839D43652B1}"/>
              </a:ext>
            </a:extLst>
          </p:cNvPr>
          <p:cNvSpPr>
            <a:spLocks noGrp="1"/>
          </p:cNvSpPr>
          <p:nvPr>
            <p:ph sz="quarter" idx="13"/>
          </p:nvPr>
        </p:nvSpPr>
        <p:spPr>
          <a:xfrm>
            <a:off x="4571999" y="2743200"/>
            <a:ext cx="6932508" cy="3419856"/>
          </a:xfrm>
          <a:noFill/>
        </p:spPr>
        <p:txBody>
          <a:bodyPr>
            <a:normAutofit/>
          </a:bodyPr>
          <a:lstStyle>
            <a:lvl1pPr marL="457200" indent="-457200">
              <a:buFont typeface="+mj-lt"/>
              <a:buAutoNum type="arabicPeriod"/>
              <a:defRPr sz="1800">
                <a:solidFill>
                  <a:schemeClr val="tx1"/>
                </a:solidFill>
              </a:defRPr>
            </a:lvl1pPr>
            <a:lvl2pPr marL="571500" indent="-3429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200">
                <a:solidFill>
                  <a:schemeClr val="tx1"/>
                </a:solidFill>
              </a:defRPr>
            </a:lvl4pPr>
            <a:lvl5pPr>
              <a:buFont typeface="+mj-lt"/>
              <a:buAutoNum type="arabicPeriod"/>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5582C81-1CE9-A2E1-1417-0667434DFD22}"/>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B4EFFC3A-D237-7CAA-92EF-DF9B810EB271}"/>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F3E7B383-8CF2-6BB2-8F46-605FE9710B27}"/>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162093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dirty="0"/>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3"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2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97B878F-3C07-D360-EC90-8FEFB87A77CD}"/>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4018733C-68A4-04E1-A968-B5C15E3F7EE2}"/>
              </a:ext>
            </a:extLst>
          </p:cNvPr>
          <p:cNvSpPr>
            <a:spLocks noGrp="1"/>
          </p:cNvSpPr>
          <p:nvPr>
            <p:ph type="dt" sz="half" idx="15"/>
          </p:nvPr>
        </p:nvSpPr>
        <p:spPr/>
        <p:txBody>
          <a:bodyPr/>
          <a:lstStyle/>
          <a:p>
            <a:endParaRPr lang="en-US" dirty="0"/>
          </a:p>
        </p:txBody>
      </p:sp>
      <p:sp>
        <p:nvSpPr>
          <p:cNvPr id="6" name="Slide Number Placeholder 5">
            <a:extLst>
              <a:ext uri="{FF2B5EF4-FFF2-40B4-BE49-F238E27FC236}">
                <a16:creationId xmlns:a16="http://schemas.microsoft.com/office/drawing/2014/main" id="{978E9E97-1DED-CCA3-AF67-F1BAD79A819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368065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62EDB1F-A73E-55BD-6BDA-F64978102A97}"/>
              </a:ext>
            </a:extLst>
          </p:cNvPr>
          <p:cNvSpPr>
            <a:spLocks noGrp="1"/>
          </p:cNvSpPr>
          <p:nvPr>
            <p:ph type="title"/>
          </p:nvPr>
        </p:nvSpPr>
        <p:spPr>
          <a:xfrm>
            <a:off x="5708024" y="855636"/>
            <a:ext cx="5796484" cy="1070776"/>
          </a:xfrm>
        </p:spPr>
        <p:txBody>
          <a:bodyPr/>
          <a:lstStyle/>
          <a:p>
            <a:r>
              <a:rPr lang="en-US" dirty="0"/>
              <a:t>Click to edit Master title style</a:t>
            </a:r>
          </a:p>
        </p:txBody>
      </p:sp>
      <p:sp>
        <p:nvSpPr>
          <p:cNvPr id="13" name="Content Placeholder 7">
            <a:extLst>
              <a:ext uri="{FF2B5EF4-FFF2-40B4-BE49-F238E27FC236}">
                <a16:creationId xmlns:a16="http://schemas.microsoft.com/office/drawing/2014/main" id="{A4047690-7015-54CB-752C-C1C7BE42D7C7}"/>
              </a:ext>
            </a:extLst>
          </p:cNvPr>
          <p:cNvSpPr>
            <a:spLocks noGrp="1"/>
          </p:cNvSpPr>
          <p:nvPr>
            <p:ph sz="quarter" idx="14"/>
          </p:nvPr>
        </p:nvSpPr>
        <p:spPr>
          <a:xfrm>
            <a:off x="5708024" y="2057400"/>
            <a:ext cx="5798176"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071DA00E-F240-EC85-5E2B-4DE591F61044}"/>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a:defRPr sz="900">
                <a:solidFill>
                  <a:schemeClr val="tx1"/>
                </a:solidFill>
              </a:defRPr>
            </a:lvl1pPr>
          </a:lstStyle>
          <a:p>
            <a:r>
              <a:rPr lang="en-US"/>
              <a:t>Presentation title</a:t>
            </a:r>
            <a:endParaRPr lang="en-US" sz="900"/>
          </a:p>
        </p:txBody>
      </p:sp>
      <p:sp>
        <p:nvSpPr>
          <p:cNvPr id="5" name="Date Placeholder 8">
            <a:extLst>
              <a:ext uri="{FF2B5EF4-FFF2-40B4-BE49-F238E27FC236}">
                <a16:creationId xmlns:a16="http://schemas.microsoft.com/office/drawing/2014/main" id="{EED5FCE3-5050-A9AE-69B1-6AAB64B63174}"/>
              </a:ext>
            </a:extLst>
          </p:cNvPr>
          <p:cNvSpPr>
            <a:spLocks noGrp="1"/>
          </p:cNvSpPr>
          <p:nvPr>
            <p:ph type="dt" sz="half" idx="16"/>
          </p:nvPr>
        </p:nvSpPr>
        <p:spPr>
          <a:xfrm>
            <a:off x="3505380" y="6346745"/>
            <a:ext cx="1762359" cy="365125"/>
          </a:xfrm>
        </p:spPr>
        <p:txBody>
          <a:bodyPr/>
          <a:lstStyle/>
          <a:p>
            <a:endParaRPr lang="en-US" dirty="0"/>
          </a:p>
        </p:txBody>
      </p:sp>
      <p:sp>
        <p:nvSpPr>
          <p:cNvPr id="11" name="Slide Number Placeholder 5">
            <a:extLst>
              <a:ext uri="{FF2B5EF4-FFF2-40B4-BE49-F238E27FC236}">
                <a16:creationId xmlns:a16="http://schemas.microsoft.com/office/drawing/2014/main" id="{BE15DD76-F653-F74F-4DCD-674241F38B03}"/>
              </a:ext>
            </a:extLst>
          </p:cNvPr>
          <p:cNvSpPr>
            <a:spLocks noGrp="1"/>
          </p:cNvSpPr>
          <p:nvPr>
            <p:ph type="sldNum" sz="quarter" idx="4"/>
          </p:nvPr>
        </p:nvSpPr>
        <p:spPr>
          <a:xfrm>
            <a:off x="5350612"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987111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1385287"/>
            <a:ext cx="4973865" cy="147022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324600" y="1385287"/>
            <a:ext cx="5181600" cy="3491513"/>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D8DAA7E-55EA-19E9-ECC7-C74FE582C066}"/>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F623C363-6C3B-E28D-06F5-AB2EC53D7B80}"/>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D803258A-CFF4-775F-A29D-30D91D4A509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682393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20333"/>
            <a:ext cx="7208520" cy="57506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04084" y="1600200"/>
            <a:ext cx="5735507" cy="2590800"/>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F391C811-7699-F021-4CCB-539ACAD0BB23}"/>
              </a:ext>
            </a:extLst>
          </p:cNvPr>
          <p:cNvSpPr>
            <a:spLocks noGrp="1"/>
          </p:cNvSpPr>
          <p:nvPr>
            <p:ph type="ftr" sz="quarter" idx="15"/>
          </p:nvPr>
        </p:nvSpPr>
        <p:spPr>
          <a:xfrm>
            <a:off x="678871" y="6343955"/>
            <a:ext cx="2739181" cy="365125"/>
          </a:xfrm>
        </p:spPr>
        <p:txBody>
          <a:bodyPr/>
          <a:lstStyle/>
          <a:p>
            <a:r>
              <a:rPr lang="en-US"/>
              <a:t>Presentation title</a:t>
            </a:r>
            <a:endParaRPr lang="en-US" dirty="0"/>
          </a:p>
        </p:txBody>
      </p:sp>
      <p:sp>
        <p:nvSpPr>
          <p:cNvPr id="9" name="Date Placeholder 8">
            <a:extLst>
              <a:ext uri="{FF2B5EF4-FFF2-40B4-BE49-F238E27FC236}">
                <a16:creationId xmlns:a16="http://schemas.microsoft.com/office/drawing/2014/main" id="{C8D4E6C4-6819-0DF7-D9C4-34177C161B9C}"/>
              </a:ext>
            </a:extLst>
          </p:cNvPr>
          <p:cNvSpPr>
            <a:spLocks noGrp="1"/>
          </p:cNvSpPr>
          <p:nvPr>
            <p:ph type="dt" sz="half" idx="16"/>
          </p:nvPr>
        </p:nvSpPr>
        <p:spPr>
          <a:xfrm>
            <a:off x="3785216" y="6343954"/>
            <a:ext cx="2202644" cy="365125"/>
          </a:xfrm>
        </p:spPr>
        <p:txBody>
          <a:bodyPr/>
          <a:lstStyle/>
          <a:p>
            <a:endParaRPr lang="en-US" dirty="0"/>
          </a:p>
        </p:txBody>
      </p:sp>
      <p:sp>
        <p:nvSpPr>
          <p:cNvPr id="5" name="Slide Number Placeholder 5">
            <a:extLst>
              <a:ext uri="{FF2B5EF4-FFF2-40B4-BE49-F238E27FC236}">
                <a16:creationId xmlns:a16="http://schemas.microsoft.com/office/drawing/2014/main" id="{958998F3-C99E-11E5-BC33-937A455B2FFB}"/>
              </a:ext>
            </a:extLst>
          </p:cNvPr>
          <p:cNvSpPr>
            <a:spLocks noGrp="1"/>
          </p:cNvSpPr>
          <p:nvPr>
            <p:ph type="sldNum" sz="quarter" idx="4"/>
          </p:nvPr>
        </p:nvSpPr>
        <p:spPr>
          <a:xfrm>
            <a:off x="6082179"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5828147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2" y="1388700"/>
            <a:ext cx="3859262" cy="4083580"/>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0" y="1389134"/>
            <a:ext cx="6357117"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BE56440-14E3-7B9A-D161-08AB10B8DCA7}"/>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85E8A7CF-81AE-0AC6-B47B-E2C1EA9D9AC7}"/>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C4A578E8-BCF2-BF9D-84B5-AA93D14D0DF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1906275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9" y="1050111"/>
            <a:ext cx="3425026" cy="3977107"/>
          </a:xfrm>
        </p:spPr>
        <p:txBody>
          <a:bodyPr anchor="t">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05601" cy="494066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3">
            <a:extLst>
              <a:ext uri="{FF2B5EF4-FFF2-40B4-BE49-F238E27FC236}">
                <a16:creationId xmlns:a16="http://schemas.microsoft.com/office/drawing/2014/main" id="{9C54C37D-3064-C3C9-078B-4FC8A705FCD0}"/>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3" name="Slide Number Placeholder 5">
            <a:extLst>
              <a:ext uri="{FF2B5EF4-FFF2-40B4-BE49-F238E27FC236}">
                <a16:creationId xmlns:a16="http://schemas.microsoft.com/office/drawing/2014/main" id="{C277C0F5-D964-B2D1-0F39-EC17AB0741BA}"/>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8447103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8" y="685799"/>
            <a:ext cx="3276601" cy="5477257"/>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1" y="685800"/>
            <a:ext cx="6858000" cy="5477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5E77C0F-A50D-ABB1-D91B-F877E2E82975}"/>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EBE0A937-543E-BBB8-39DD-1E9A45291F2C}"/>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BC8C33EC-C7FC-72B4-C208-8BA6FD4B585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975466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687494"/>
            <a:ext cx="2618139" cy="2017614"/>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7171" y="687492"/>
            <a:ext cx="7500648"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5011" r="-15011"/>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83064"/>
            <a:ext cx="2625774" cy="318744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F4A72B8-D6F1-AF2B-DF03-17FD2A737E2E}"/>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C6CDF5D5-DF03-873F-A2DA-E5C0EF793F83}"/>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1C10C7DB-FD9D-21A6-66CB-087260FBAF71}"/>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9547765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5012268"/>
            <a:ext cx="3953296" cy="1127275"/>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685800"/>
            <a:ext cx="10827330" cy="3940196"/>
          </a:xfrm>
          <a:blipFill>
            <a:blip r:embed="rId2">
              <a:alphaModFix amt="60000"/>
              <a:extLst>
                <a:ext uri="{28A0092B-C50C-407E-A947-70E740481C1C}">
                  <a14:useLocalDpi xmlns:a14="http://schemas.microsoft.com/office/drawing/2010/main" val="0"/>
                </a:ext>
              </a:extLst>
            </a:blip>
            <a:srcRect/>
            <a:stretch>
              <a:fillRect t="-44691" b="-980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ADB2910-904E-268B-43B3-CAE9F2E4A0F3}"/>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323FEBCC-AB7F-E034-5C1D-1AFF70FC7809}"/>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E1EE381-D50D-08D2-2D1B-9E61241A22B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411428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953296" cy="1127275"/>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685800"/>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212152"/>
            <a:ext cx="10827330" cy="3940196"/>
          </a:xfrm>
          <a:blipFill>
            <a:blip r:embed="rId2">
              <a:alphaModFix amt="60000"/>
              <a:extLst>
                <a:ext uri="{28A0092B-C50C-407E-A947-70E740481C1C}">
                  <a14:useLocalDpi xmlns:a14="http://schemas.microsoft.com/office/drawing/2010/main" val="0"/>
                </a:ext>
              </a:extLst>
            </a:blip>
            <a:srcRect/>
            <a:stretch>
              <a:fillRect t="-46364" b="-8130"/>
            </a:stretch>
          </a:blipFill>
        </p:spPr>
        <p:txBody>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BC151189-9025-E7C1-B611-A7A2BD03B499}"/>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46DEA616-DF83-AFFF-BC05-5AF6783B3589}"/>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1BCBF149-C859-79EF-0D12-15B124182A2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2395674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4"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8CB16A7-2B91-9487-82EB-D7D51219847E}"/>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48D7B84B-FBFC-D589-881E-D4EA9886A3F0}"/>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0F3CF0F-496C-B902-B8FD-2D816F5CB7AC}"/>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6965678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7494" y="687492"/>
            <a:ext cx="6308414" cy="2017614"/>
          </a:xfrm>
        </p:spPr>
        <p:txBody>
          <a:bodyPr anchor="b">
            <a:norm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7494" y="2997200"/>
            <a:ext cx="6308414"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7626407" y="687492"/>
            <a:ext cx="3878100"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75737" r="-75737"/>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0FFD054A-88D2-8AC5-BB55-C59F527695C7}"/>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F085A21E-8763-2E88-7470-09E43DCB7750}"/>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A399C91-F0A3-3A11-A3D6-7F34DD79D69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4058892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5841522" y="687494"/>
            <a:ext cx="5662983" cy="1049291"/>
          </a:xfrm>
        </p:spPr>
        <p:txBody>
          <a:bodyPr anchor="t"/>
          <a:lstStyle/>
          <a:p>
            <a:r>
              <a:rPr lang="en-US"/>
              <a:t>Click to edit Master title style</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678871" y="687492"/>
            <a:ext cx="4452410"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9518" r="-59518"/>
            </a:stretch>
          </a:blipFill>
        </p:spPr>
        <p:txBody>
          <a:bodyPr wrap="square">
            <a:noAutofit/>
          </a:bodyPr>
          <a:lstStyle>
            <a:lvl1pPr marL="0" indent="0">
              <a:buNone/>
              <a:defRPr/>
            </a:lvl1pPr>
          </a:lstStyle>
          <a:p>
            <a:r>
              <a:rPr lang="en-US" dirty="0"/>
              <a:t>   </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5841522" y="2053560"/>
            <a:ext cx="567160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4DF20DA-AED3-283F-9A9E-1F1BCED1D049}"/>
              </a:ext>
            </a:extLst>
          </p:cNvPr>
          <p:cNvSpPr>
            <a:spLocks noGrp="1"/>
          </p:cNvSpPr>
          <p:nvPr>
            <p:ph type="ftr" sz="quarter" idx="17"/>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CD6F5FD8-373C-BC99-B74A-71C2F138E475}"/>
              </a:ext>
            </a:extLst>
          </p:cNvPr>
          <p:cNvSpPr>
            <a:spLocks noGrp="1"/>
          </p:cNvSpPr>
          <p:nvPr>
            <p:ph type="dt" sz="half" idx="16"/>
          </p:nvPr>
        </p:nvSpPr>
        <p:spPr/>
        <p:txBody>
          <a:bodyPr/>
          <a:lstStyle/>
          <a:p>
            <a:endParaRPr lang="en-US" dirty="0"/>
          </a:p>
        </p:txBody>
      </p:sp>
      <p:sp>
        <p:nvSpPr>
          <p:cNvPr id="5" name="Slide Number Placeholder 4">
            <a:extLst>
              <a:ext uri="{FF2B5EF4-FFF2-40B4-BE49-F238E27FC236}">
                <a16:creationId xmlns:a16="http://schemas.microsoft.com/office/drawing/2014/main" id="{FCDC579E-F3C4-55B0-6D77-9FEBF71C56B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089163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679869" y="687494"/>
            <a:ext cx="6318225" cy="1049291"/>
          </a:xfrm>
        </p:spPr>
        <p:txBody>
          <a:bodyPr anchor="t"/>
          <a:lstStyle/>
          <a:p>
            <a:r>
              <a:rPr lang="en-US"/>
              <a:t>Click to edit Master title style</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678871" y="2053560"/>
            <a:ext cx="632784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7707542" y="687492"/>
            <a:ext cx="3805587"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67197" r="-67197"/>
            </a:stretch>
          </a:blipFill>
        </p:spPr>
        <p:txBody>
          <a:bodyPr wrap="square">
            <a:noAutofit/>
          </a:bodyPr>
          <a:lstStyle>
            <a:lvl1pPr marL="0" indent="0">
              <a:buNone/>
              <a:defRPr/>
            </a:lvl1pPr>
          </a:lstStyle>
          <a:p>
            <a:r>
              <a:rPr lang="en-US" dirty="0"/>
              <a:t>   </a:t>
            </a:r>
          </a:p>
        </p:txBody>
      </p:sp>
      <p:sp>
        <p:nvSpPr>
          <p:cNvPr id="3" name="Footer Placeholder 2">
            <a:extLst>
              <a:ext uri="{FF2B5EF4-FFF2-40B4-BE49-F238E27FC236}">
                <a16:creationId xmlns:a16="http://schemas.microsoft.com/office/drawing/2014/main" id="{698FC07B-DBB3-6713-7446-1CB062A1752F}"/>
              </a:ext>
            </a:extLst>
          </p:cNvPr>
          <p:cNvSpPr>
            <a:spLocks noGrp="1"/>
          </p:cNvSpPr>
          <p:nvPr>
            <p:ph type="ftr" sz="quarter" idx="17"/>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CC5CE356-8F45-9528-A1A3-57FFB6F123C7}"/>
              </a:ext>
            </a:extLst>
          </p:cNvPr>
          <p:cNvSpPr>
            <a:spLocks noGrp="1"/>
          </p:cNvSpPr>
          <p:nvPr>
            <p:ph type="dt" sz="half" idx="16"/>
          </p:nvPr>
        </p:nvSpPr>
        <p:spPr/>
        <p:txBody>
          <a:bodyPr/>
          <a:lstStyle/>
          <a:p>
            <a:endParaRPr lang="en-US" dirty="0"/>
          </a:p>
        </p:txBody>
      </p:sp>
      <p:sp>
        <p:nvSpPr>
          <p:cNvPr id="7" name="Slide Number Placeholder 6">
            <a:extLst>
              <a:ext uri="{FF2B5EF4-FFF2-40B4-BE49-F238E27FC236}">
                <a16:creationId xmlns:a16="http://schemas.microsoft.com/office/drawing/2014/main" id="{019DD9CF-D579-D07B-C24D-5A89B1A420D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005903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3880757"/>
            <a:ext cx="2978729" cy="2282300"/>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732115"/>
            <a:ext cx="10827329" cy="2711216"/>
          </a:xfrm>
          <a:blipFill>
            <a:blip r:embed="rId2">
              <a:alphaModFix amt="60000"/>
              <a:extLst>
                <a:ext uri="{28A0092B-C50C-407E-A947-70E740481C1C}">
                  <a14:useLocalDpi xmlns:a14="http://schemas.microsoft.com/office/drawing/2010/main" val="0"/>
                </a:ext>
              </a:extLst>
            </a:blip>
            <a:srcRect/>
            <a:stretch>
              <a:fillRect t="-84535" b="-3999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8"/>
            <a:ext cx="7404607" cy="22823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E808D1-FDEB-C4DA-A78C-86E9E878FFA9}"/>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ABDC3112-C844-AF9C-BD29-9F54BFB4BEA3}"/>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9853455F-03AC-59D9-5F32-49E6590DEC4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36228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443498" cy="2330454"/>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13267" y="685800"/>
            <a:ext cx="6892933"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78871" y="3636524"/>
            <a:ext cx="10827329" cy="2513999"/>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60000"/>
              <a:extLst>
                <a:ext uri="{28A0092B-C50C-407E-A947-70E740481C1C}">
                  <a14:useLocalDpi xmlns:a14="http://schemas.microsoft.com/office/drawing/2010/main" val="0"/>
                </a:ext>
              </a:extLst>
            </a:blip>
            <a:srcRect/>
            <a:stretch>
              <a:fillRect t="-94491" b="-49353"/>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EE71176D-6F59-6E6F-1B64-88FAB9F6DCC5}"/>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21D15A84-35DF-61C1-E0CD-9C9F5E85A15C}"/>
              </a:ext>
            </a:extLst>
          </p:cNvPr>
          <p:cNvSpPr>
            <a:spLocks noGrp="1"/>
          </p:cNvSpPr>
          <p:nvPr>
            <p:ph type="dt" sz="half" idx="15"/>
          </p:nvPr>
        </p:nvSpPr>
        <p:spPr/>
        <p:txBody>
          <a:bodyPr/>
          <a:lstStyle/>
          <a:p>
            <a:endParaRPr lang="en-US" dirty="0"/>
          </a:p>
        </p:txBody>
      </p:sp>
      <p:sp>
        <p:nvSpPr>
          <p:cNvPr id="6" name="Slide Number Placeholder 5">
            <a:extLst>
              <a:ext uri="{FF2B5EF4-FFF2-40B4-BE49-F238E27FC236}">
                <a16:creationId xmlns:a16="http://schemas.microsoft.com/office/drawing/2014/main" id="{D30D8B36-4FE1-E52B-160B-145190055FA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993559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65601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8731" r="-8731"/>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848599" y="1830773"/>
            <a:ext cx="3657601"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9C74D3-4953-87AB-DEFD-DAE552B32F2A}"/>
              </a:ext>
            </a:extLst>
          </p:cNvPr>
          <p:cNvSpPr>
            <a:spLocks noGrp="1"/>
          </p:cNvSpPr>
          <p:nvPr>
            <p:ph type="ftr" sz="quarter" idx="16"/>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33B4D3FF-FC3B-DF81-D68A-C24A7A51E7F8}"/>
              </a:ext>
            </a:extLst>
          </p:cNvPr>
          <p:cNvSpPr>
            <a:spLocks noGrp="1"/>
          </p:cNvSpPr>
          <p:nvPr>
            <p:ph type="dt" sz="half" idx="15"/>
          </p:nvPr>
        </p:nvSpPr>
        <p:spPr/>
        <p:txBody>
          <a:bodyPr/>
          <a:lstStyle/>
          <a:p>
            <a:endParaRPr lang="en-US" dirty="0"/>
          </a:p>
        </p:txBody>
      </p:sp>
      <p:sp>
        <p:nvSpPr>
          <p:cNvPr id="7" name="Slide Number Placeholder 6">
            <a:extLst>
              <a:ext uri="{FF2B5EF4-FFF2-40B4-BE49-F238E27FC236}">
                <a16:creationId xmlns:a16="http://schemas.microsoft.com/office/drawing/2014/main" id="{E0B1B140-6B27-A9E5-686F-E0A1260B131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231954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51123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25363" r="-25363"/>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62821" y="1830773"/>
            <a:ext cx="5143379"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A4CDA6C-1820-A056-2B4A-240B4D831E43}"/>
              </a:ext>
            </a:extLst>
          </p:cNvPr>
          <p:cNvSpPr>
            <a:spLocks noGrp="1"/>
          </p:cNvSpPr>
          <p:nvPr>
            <p:ph type="ftr" sz="quarter" idx="16"/>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1E93D0EB-A6DA-C46E-D18F-B61C44EF0422}"/>
              </a:ext>
            </a:extLst>
          </p:cNvPr>
          <p:cNvSpPr>
            <a:spLocks noGrp="1"/>
          </p:cNvSpPr>
          <p:nvPr>
            <p:ph type="dt" sz="half" idx="15"/>
          </p:nvPr>
        </p:nvSpPr>
        <p:spPr/>
        <p:txBody>
          <a:bodyPr/>
          <a:lstStyle/>
          <a:p>
            <a:endParaRPr lang="en-US" dirty="0"/>
          </a:p>
        </p:txBody>
      </p:sp>
      <p:sp>
        <p:nvSpPr>
          <p:cNvPr id="7" name="Slide Number Placeholder 6">
            <a:extLst>
              <a:ext uri="{FF2B5EF4-FFF2-40B4-BE49-F238E27FC236}">
                <a16:creationId xmlns:a16="http://schemas.microsoft.com/office/drawing/2014/main" id="{86BB683A-634D-19CA-3758-07887799DC4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8495833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685800"/>
            <a:ext cx="4274130" cy="1269482"/>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173850"/>
            <a:ext cx="4274130" cy="3963682"/>
          </a:xfrm>
          <a:blipFill>
            <a:blip r:embed="rId2">
              <a:alphaModFix amt="60000"/>
              <a:extLst>
                <a:ext uri="{28A0092B-C50C-407E-A947-70E740481C1C}">
                  <a14:useLocalDpi xmlns:a14="http://schemas.microsoft.com/office/drawing/2010/main" val="0"/>
                </a:ext>
              </a:extLst>
            </a:blip>
            <a:srcRect/>
            <a:stretch>
              <a:fillRect l="-32473" r="-3247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573333" y="685800"/>
            <a:ext cx="5932867" cy="54772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1D79C85-F436-B8CC-25B1-1484A2E6D9E5}"/>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370E5895-9C3C-E2ED-0696-017C51EB8F17}"/>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96110E32-BBC0-38C8-4A92-51464FFB2E45}"/>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950549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1763" y="687493"/>
            <a:ext cx="6724438" cy="1446108"/>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8871" y="687492"/>
            <a:ext cx="3435929"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91918" r="-91918"/>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783374" y="2419354"/>
            <a:ext cx="671421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D434C21-9AE9-F631-7C47-0FF6C5942762}"/>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13D4C698-492C-2FAD-95DB-969CC69A6005}"/>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85539C1F-4C6E-483B-915F-317EFA8BE922}"/>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8155707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6275" y="687493"/>
            <a:ext cx="7379174" cy="144610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78871" y="2419354"/>
            <a:ext cx="736795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8724022" y="687492"/>
            <a:ext cx="2789107"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24830" r="-124830"/>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DA01B279-14F8-811B-68AF-FDEBF89CFB1F}"/>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72087AEB-2562-14F9-A50E-AD7A31F76ADF}"/>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D8BBF552-6277-D4E7-9B98-D4080873F74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13522535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3754218" y="687493"/>
            <a:ext cx="7758911" cy="988908"/>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87494" y="687492"/>
            <a:ext cx="2360507" cy="5483016"/>
          </a:xfrm>
          <a:blipFill>
            <a:blip r:embed="rId2">
              <a:alphaModFix amt="60000"/>
              <a:extLst>
                <a:ext uri="{28A0092B-C50C-407E-A947-70E740481C1C}">
                  <a14:useLocalDpi xmlns:a14="http://schemas.microsoft.com/office/drawing/2010/main" val="0"/>
                </a:ext>
              </a:extLst>
            </a:blip>
            <a:srcRect/>
            <a:stretch>
              <a:fillRect l="-156574" r="-156574"/>
            </a:stretch>
          </a:blipFill>
        </p:spPr>
        <p:txBody>
          <a:bodyPr/>
          <a:lstStyle>
            <a:lvl1pPr marL="0" indent="0">
              <a:buNone/>
              <a:defRPr/>
            </a:lvl1pPr>
          </a:lstStyle>
          <a:p>
            <a:r>
              <a:rPr lang="en-US" dirty="0"/>
              <a:t>   </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3754218" y="1953528"/>
            <a:ext cx="7750288"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FB734294-24E0-2032-5C49-55BAB969D42C}"/>
              </a:ext>
            </a:extLst>
          </p:cNvPr>
          <p:cNvSpPr>
            <a:spLocks noGrp="1"/>
          </p:cNvSpPr>
          <p:nvPr>
            <p:ph type="ftr" sz="quarter" idx="16"/>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4B22AC9E-77BC-1AD2-8EB8-923CDF4BBE01}"/>
              </a:ext>
            </a:extLst>
          </p:cNvPr>
          <p:cNvSpPr>
            <a:spLocks noGrp="1"/>
          </p:cNvSpPr>
          <p:nvPr>
            <p:ph type="dt" sz="half" idx="15"/>
          </p:nvPr>
        </p:nvSpPr>
        <p:spPr/>
        <p:txBody>
          <a:bodyPr/>
          <a:lstStyle/>
          <a:p>
            <a:endParaRPr lang="en-US" dirty="0"/>
          </a:p>
        </p:txBody>
      </p:sp>
      <p:sp>
        <p:nvSpPr>
          <p:cNvPr id="4" name="Slide Number Placeholder 3">
            <a:extLst>
              <a:ext uri="{FF2B5EF4-FFF2-40B4-BE49-F238E27FC236}">
                <a16:creationId xmlns:a16="http://schemas.microsoft.com/office/drawing/2014/main" id="{5A2A8A83-D457-8B0A-7A32-F95024D8D586}"/>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108075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678131" y="687493"/>
            <a:ext cx="8424453" cy="988908"/>
          </a:xfrm>
        </p:spPr>
        <p:txBody>
          <a:bodyPr anchor="t"/>
          <a:lstStyle/>
          <a:p>
            <a:r>
              <a:rPr lang="en-US"/>
              <a:t>Click to edit Master title style</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678871" y="1953528"/>
            <a:ext cx="8415090"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9769355" y="687492"/>
            <a:ext cx="1722308" cy="5483016"/>
          </a:xfrm>
          <a:blipFill>
            <a:blip r:embed="rId2">
              <a:alphaModFix amt="60000"/>
              <a:extLst>
                <a:ext uri="{28A0092B-C50C-407E-A947-70E740481C1C}">
                  <a14:useLocalDpi xmlns:a14="http://schemas.microsoft.com/office/drawing/2010/main" val="0"/>
                </a:ext>
              </a:extLst>
            </a:blip>
            <a:srcRect/>
            <a:stretch>
              <a:fillRect l="-233120" r="-233120"/>
            </a:stretch>
          </a:blipFill>
        </p:spPr>
        <p:txBody>
          <a:bodyPr/>
          <a:lstStyle>
            <a:lvl1pPr marL="0" indent="0">
              <a:buNone/>
              <a:defRPr/>
            </a:lvl1pPr>
          </a:lstStyle>
          <a:p>
            <a:r>
              <a:rPr lang="en-US" dirty="0"/>
              <a:t>   </a:t>
            </a:r>
          </a:p>
        </p:txBody>
      </p:sp>
      <p:sp>
        <p:nvSpPr>
          <p:cNvPr id="3" name="Footer Placeholder 2">
            <a:extLst>
              <a:ext uri="{FF2B5EF4-FFF2-40B4-BE49-F238E27FC236}">
                <a16:creationId xmlns:a16="http://schemas.microsoft.com/office/drawing/2014/main" id="{6963ABC3-6B6D-93A5-5D5C-31E2D53D3F40}"/>
              </a:ext>
            </a:extLst>
          </p:cNvPr>
          <p:cNvSpPr>
            <a:spLocks noGrp="1"/>
          </p:cNvSpPr>
          <p:nvPr>
            <p:ph type="ftr" sz="quarter" idx="16"/>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C47FF304-5BE8-9322-A906-1705F80BA2A6}"/>
              </a:ext>
            </a:extLst>
          </p:cNvPr>
          <p:cNvSpPr>
            <a:spLocks noGrp="1"/>
          </p:cNvSpPr>
          <p:nvPr>
            <p:ph type="dt" sz="half" idx="15"/>
          </p:nvPr>
        </p:nvSpPr>
        <p:spPr/>
        <p:txBody>
          <a:bodyPr/>
          <a:lstStyle/>
          <a:p>
            <a:endParaRPr lang="en-US" dirty="0"/>
          </a:p>
        </p:txBody>
      </p:sp>
      <p:sp>
        <p:nvSpPr>
          <p:cNvPr id="4" name="Slide Number Placeholder 3">
            <a:extLst>
              <a:ext uri="{FF2B5EF4-FFF2-40B4-BE49-F238E27FC236}">
                <a16:creationId xmlns:a16="http://schemas.microsoft.com/office/drawing/2014/main" id="{A9E9EE94-4C42-847B-A24C-BB0C72B4D29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50796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2855064" cy="2972670"/>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0" y="3942324"/>
            <a:ext cx="2855065" cy="2206578"/>
          </a:xfrm>
          <a:blipFill>
            <a:blip r:embed="rId2">
              <a:alphaModFix amt="60000"/>
              <a:extLst>
                <a:ext uri="{28A0092B-C50C-407E-A947-70E740481C1C}">
                  <a14:useLocalDpi xmlns:a14="http://schemas.microsoft.com/office/drawing/2010/main" val="0"/>
                </a:ext>
              </a:extLst>
            </a:blip>
            <a:srcRect/>
            <a:stretch>
              <a:fillRect l="-18733" r="-1873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54267" y="687492"/>
            <a:ext cx="7348626" cy="54830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BD4A13-0539-3541-39AF-1B480EBA2F2D}"/>
              </a:ext>
            </a:extLst>
          </p:cNvPr>
          <p:cNvSpPr>
            <a:spLocks noGrp="1"/>
          </p:cNvSpPr>
          <p:nvPr>
            <p:ph type="ftr" sz="quarter" idx="16"/>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FB8ACC0E-954E-D09D-5796-336CDFE59B7E}"/>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2AB00B6B-DAF9-BF70-8202-C26BBB5E7434}"/>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6470057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26CE28-2F47-41A4-DF25-8AEC2F9F9580}"/>
              </a:ext>
            </a:extLst>
          </p:cNvPr>
          <p:cNvSpPr>
            <a:spLocks noGrp="1"/>
          </p:cNvSpPr>
          <p:nvPr>
            <p:ph type="title"/>
          </p:nvPr>
        </p:nvSpPr>
        <p:spPr>
          <a:xfrm>
            <a:off x="678872" y="5027214"/>
            <a:ext cx="7620000" cy="1135842"/>
          </a:xfrm>
        </p:spPr>
        <p:txBody>
          <a:bodyPr anchor="t">
            <a:normAutofit/>
          </a:bodyPr>
          <a:lstStyle>
            <a:lvl1pPr>
              <a:defRPr sz="2000"/>
            </a:lvl1pPr>
          </a:lstStyle>
          <a:p>
            <a:r>
              <a:rPr lang="en-US" dirty="0"/>
              <a:t>Click to edit Master title style</a:t>
            </a:r>
          </a:p>
        </p:txBody>
      </p:sp>
      <p:sp>
        <p:nvSpPr>
          <p:cNvPr id="8" name="Content Placeholder 7">
            <a:extLst>
              <a:ext uri="{FF2B5EF4-FFF2-40B4-BE49-F238E27FC236}">
                <a16:creationId xmlns:a16="http://schemas.microsoft.com/office/drawing/2014/main" id="{857B16B5-93A5-3ACF-80AB-6B1967DD6DE4}"/>
              </a:ext>
            </a:extLst>
          </p:cNvPr>
          <p:cNvSpPr>
            <a:spLocks noGrp="1"/>
          </p:cNvSpPr>
          <p:nvPr>
            <p:ph sz="quarter" idx="14" hasCustomPrompt="1"/>
          </p:nvPr>
        </p:nvSpPr>
        <p:spPr>
          <a:xfrm>
            <a:off x="678872" y="2743201"/>
            <a:ext cx="5638800" cy="2284013"/>
          </a:xfrm>
        </p:spPr>
        <p:txBody>
          <a:bodyPr anchor="b"/>
          <a:lstStyle>
            <a:lvl1pPr marL="0" indent="0">
              <a:buNone/>
              <a:defRPr sz="13800"/>
            </a:lvl1pPr>
          </a:lstStyle>
          <a:p>
            <a:pPr lvl="0"/>
            <a:r>
              <a:rPr lang="en-US" dirty="0"/>
              <a:t>##%</a:t>
            </a:r>
          </a:p>
        </p:txBody>
      </p:sp>
    </p:spTree>
    <p:extLst>
      <p:ext uri="{BB962C8B-B14F-4D97-AF65-F5344CB8AC3E}">
        <p14:creationId xmlns:p14="http://schemas.microsoft.com/office/powerpoint/2010/main" val="35198846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562600" y="4800600"/>
            <a:ext cx="5943600" cy="1388534"/>
          </a:xfrm>
        </p:spPr>
        <p:txBody>
          <a:bodyPr vert="horz" lIns="91440" tIns="45720" rIns="91440" bIns="45720" rtlCol="0" anchor="t">
            <a:normAutofit/>
          </a:bodyPr>
          <a:lstStyle>
            <a:lvl1pPr algn="r">
              <a:lnSpc>
                <a:spcPct val="110000"/>
              </a:lnSpc>
              <a:defRPr lang="en-US" sz="2000" dirty="0">
                <a:latin typeface="+mn-lt"/>
              </a:defRPr>
            </a:lvl1pPr>
          </a:lstStyle>
          <a:p>
            <a:pPr lvl="0">
              <a:lnSpc>
                <a:spcPct val="110000"/>
              </a:lnSpc>
            </a:pPr>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562601" y="1676400"/>
            <a:ext cx="5943600" cy="3124200"/>
          </a:xfrm>
        </p:spPr>
        <p:txBody>
          <a:bodyPr vert="horz" lIns="91440" tIns="45720" rIns="91440" bIns="45720" rtlCol="0" anchor="b">
            <a:normAutofit/>
          </a:bodyPr>
          <a:lstStyle>
            <a:lvl1pPr marL="0" indent="0" algn="r">
              <a:lnSpc>
                <a:spcPct val="90000"/>
              </a:lnSpc>
              <a:buNone/>
              <a:defRPr lang="en-US" sz="13800" b="0" dirty="0">
                <a:latin typeface="+mj-lt"/>
              </a:defRPr>
            </a:lvl1pPr>
          </a:lstStyle>
          <a:p>
            <a:pPr marL="0" lvl="0" indent="0">
              <a:lnSpc>
                <a:spcPct val="90000"/>
              </a:lnSpc>
              <a:buNone/>
            </a:pPr>
            <a:r>
              <a:rPr lang="en-US" dirty="0"/>
              <a:t>##%</a:t>
            </a:r>
          </a:p>
        </p:txBody>
      </p:sp>
    </p:spTree>
    <p:extLst>
      <p:ext uri="{BB962C8B-B14F-4D97-AF65-F5344CB8AC3E}">
        <p14:creationId xmlns:p14="http://schemas.microsoft.com/office/powerpoint/2010/main" val="407657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860804" y="4191001"/>
            <a:ext cx="8470392" cy="1762537"/>
          </a:xfrm>
        </p:spPr>
        <p:txBody>
          <a:bodyPr anchor="t">
            <a:normAutofit/>
          </a:bodyPr>
          <a:lstStyle>
            <a:lvl1pPr algn="ctr">
              <a:lnSpc>
                <a:spcPct val="110000"/>
              </a:lnSpc>
              <a:defRPr lang="en-US" sz="2000" b="0" kern="1200" cap="all" spc="600" baseline="0">
                <a:solidFill>
                  <a:schemeClr val="tx1"/>
                </a:solidFill>
                <a:latin typeface="+mn-lt"/>
                <a:ea typeface="+mj-ea"/>
                <a:cs typeface="+mj-cs"/>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860804" y="694935"/>
            <a:ext cx="8470392" cy="3496065"/>
          </a:xfrm>
        </p:spPr>
        <p:txBody>
          <a:bodyPr anchor="b">
            <a:normAutofit/>
          </a:bodyPr>
          <a:lstStyle>
            <a:lvl1pPr marL="0" indent="0" algn="ctr">
              <a:lnSpc>
                <a:spcPct val="90000"/>
              </a:lnSpc>
              <a:buNone/>
              <a:defRPr sz="138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362996437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39147" y="1830774"/>
            <a:ext cx="9113707" cy="3196443"/>
          </a:xfrm>
        </p:spPr>
        <p:txBody>
          <a:bodyPr vert="horz" lIns="91440" tIns="45720" rIns="91440" bIns="45720" rtlCol="0" anchor="ctr">
            <a:normAutofit/>
          </a:bodyPr>
          <a:lstStyle>
            <a:lvl1pPr marL="0" indent="0" algn="ctr">
              <a:lnSpc>
                <a:spcPct val="90000"/>
              </a:lnSpc>
              <a:buNone/>
              <a:defRPr lang="en-US" sz="4000" b="0" cap="all" spc="600" baseline="0" dirty="0">
                <a:ea typeface="+mj-ea"/>
                <a:cs typeface="+mj-cs"/>
              </a:defRPr>
            </a:lvl1pPr>
            <a:lvl2pPr marL="228600" indent="0" algn="ctr">
              <a:lnSpc>
                <a:spcPct val="90000"/>
              </a:lnSpc>
              <a:buNone/>
              <a:defRPr lang="en-US" sz="2000" dirty="0"/>
            </a:lvl2pPr>
            <a:lvl3pPr marL="457200" indent="0" algn="ctr">
              <a:lnSpc>
                <a:spcPct val="90000"/>
              </a:lnSpc>
              <a:buNone/>
              <a:defRPr lang="en-US" sz="2000" dirty="0"/>
            </a:lvl3pPr>
            <a:lvl4pPr marL="685800" indent="0" algn="ctr">
              <a:lnSpc>
                <a:spcPct val="90000"/>
              </a:lnSpc>
              <a:buNone/>
              <a:defRPr lang="en-US" sz="2000" dirty="0"/>
            </a:lvl4pPr>
            <a:lvl5pPr marL="914400" indent="0" algn="ctr">
              <a:lnSpc>
                <a:spcPct val="90000"/>
              </a:lnSpc>
              <a:buNone/>
              <a:defRPr lang="en-US" sz="2000" dirty="0"/>
            </a:lvl5pPr>
          </a:lstStyle>
          <a:p>
            <a:pPr lvl="0">
              <a:spcBef>
                <a:spcPct val="0"/>
              </a:spcBef>
              <a:buNone/>
            </a:pPr>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6108611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78871" y="1325691"/>
            <a:ext cx="7169728" cy="4837366"/>
          </a:xfrm>
        </p:spPr>
        <p:txBody>
          <a:bodyPr anchor="b">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5347672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6" name="Content Placeholder 6">
            <a:extLst>
              <a:ext uri="{FF2B5EF4-FFF2-40B4-BE49-F238E27FC236}">
                <a16:creationId xmlns:a16="http://schemas.microsoft.com/office/drawing/2014/main" id="{2A9D377F-07AE-65AF-821F-A5C0F12804B3}"/>
              </a:ext>
            </a:extLst>
          </p:cNvPr>
          <p:cNvSpPr>
            <a:spLocks noGrp="1"/>
          </p:cNvSpPr>
          <p:nvPr>
            <p:ph sz="quarter" idx="13" hasCustomPrompt="1"/>
          </p:nvPr>
        </p:nvSpPr>
        <p:spPr>
          <a:xfrm>
            <a:off x="678871" y="720332"/>
            <a:ext cx="6702552" cy="4306886"/>
          </a:xfrm>
        </p:spPr>
        <p:txBody>
          <a:bodyPr anchor="t">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510564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105400" y="5440680"/>
            <a:ext cx="6400800" cy="640080"/>
          </a:xfrm>
        </p:spPr>
        <p:txBody>
          <a:bodyPr anchor="ctr">
            <a:normAutofit/>
          </a:bodyPr>
          <a:lstStyle>
            <a:lvl1pPr algn="r">
              <a:lnSpc>
                <a:spcPct val="120000"/>
              </a:lnSpc>
              <a:defRPr sz="160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105400" y="1600200"/>
            <a:ext cx="6400800" cy="3332480"/>
          </a:xfrm>
        </p:spPr>
        <p:txBody>
          <a:bodyPr anchor="b">
            <a:normAutofit/>
          </a:bodyPr>
          <a:lstStyle>
            <a:lvl1pPr marL="164592" indent="-164592" algn="r">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7890682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A93739-F149-35A6-ADA9-A0193DD6D4F2}"/>
              </a:ext>
            </a:extLst>
          </p:cNvPr>
          <p:cNvSpPr>
            <a:spLocks noGrp="1"/>
          </p:cNvSpPr>
          <p:nvPr>
            <p:ph type="title" hasCustomPrompt="1"/>
          </p:nvPr>
        </p:nvSpPr>
        <p:spPr>
          <a:xfrm>
            <a:off x="678872" y="5440354"/>
            <a:ext cx="5102352" cy="669472"/>
          </a:xfrm>
        </p:spPr>
        <p:txBody>
          <a:bodyPr anchor="ctr"/>
          <a:lstStyle>
            <a:lvl1pPr>
              <a:lnSpc>
                <a:spcPct val="120000"/>
              </a:lnSpc>
              <a:defRPr sz="1600" spc="0" baseline="0"/>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78872" y="914400"/>
            <a:ext cx="5102352" cy="4206240"/>
          </a:xfrm>
        </p:spPr>
        <p:txBody>
          <a:bodyPr anchor="b">
            <a:normAutofit/>
          </a:bodyPr>
          <a:lstStyle>
            <a:lvl1pPr marL="0" indent="0">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14071730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943EF64-B72A-842D-443E-85E51FB9C0C7}"/>
              </a:ext>
            </a:extLst>
          </p:cNvPr>
          <p:cNvSpPr>
            <a:spLocks noGrp="1"/>
          </p:cNvSpPr>
          <p:nvPr>
            <p:ph type="title" hasCustomPrompt="1"/>
          </p:nvPr>
        </p:nvSpPr>
        <p:spPr>
          <a:xfrm>
            <a:off x="2895600" y="4602480"/>
            <a:ext cx="6400800" cy="640080"/>
          </a:xfrm>
        </p:spPr>
        <p:txBody>
          <a:bodyPr anchor="ctr">
            <a:normAutofit/>
          </a:bodyPr>
          <a:lstStyle>
            <a:lvl1pPr algn="ctr">
              <a:lnSpc>
                <a:spcPct val="120000"/>
              </a:lnSpc>
              <a:defRPr sz="1600" spc="0">
                <a:solidFill>
                  <a:schemeClr val="tx1"/>
                </a:solidFill>
                <a:latin typeface="+mn-lt"/>
              </a:defRPr>
            </a:lvl1pPr>
          </a:lstStyle>
          <a:p>
            <a:r>
              <a:rPr lang="en-US" dirty="0"/>
              <a:t>Quote Author</a:t>
            </a:r>
          </a:p>
        </p:txBody>
      </p:sp>
      <p:sp>
        <p:nvSpPr>
          <p:cNvPr id="4" name="Content Placeholder 6">
            <a:extLst>
              <a:ext uri="{FF2B5EF4-FFF2-40B4-BE49-F238E27FC236}">
                <a16:creationId xmlns:a16="http://schemas.microsoft.com/office/drawing/2014/main" id="{0648D1EC-4439-0A29-775B-BBF446B5FEC6}"/>
              </a:ext>
            </a:extLst>
          </p:cNvPr>
          <p:cNvSpPr>
            <a:spLocks noGrp="1"/>
          </p:cNvSpPr>
          <p:nvPr>
            <p:ph sz="quarter" idx="13" hasCustomPrompt="1"/>
          </p:nvPr>
        </p:nvSpPr>
        <p:spPr>
          <a:xfrm>
            <a:off x="1466850" y="1143000"/>
            <a:ext cx="9258300" cy="2951480"/>
          </a:xfrm>
        </p:spPr>
        <p:txBody>
          <a:bodyPr anchor="b">
            <a:normAutofit/>
          </a:bodyPr>
          <a:lstStyle>
            <a:lvl1pPr marL="164592" indent="-164592" algn="ctr">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16807124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948E0A-DAAD-770F-21DF-99504CDB6948}"/>
              </a:ext>
            </a:extLst>
          </p:cNvPr>
          <p:cNvSpPr>
            <a:spLocks noGrp="1"/>
          </p:cNvSpPr>
          <p:nvPr>
            <p:ph type="title"/>
          </p:nvPr>
        </p:nvSpPr>
        <p:spPr>
          <a:xfrm>
            <a:off x="678871" y="694932"/>
            <a:ext cx="10827330" cy="985966"/>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86122" y="2057399"/>
            <a:ext cx="5140007"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365872" y="2057399"/>
            <a:ext cx="5140328"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FEA833E-541C-85C6-BF1E-EC605C8F4B39}"/>
              </a:ext>
            </a:extLst>
          </p:cNvPr>
          <p:cNvSpPr>
            <a:spLocks noGrp="1"/>
          </p:cNvSpPr>
          <p:nvPr>
            <p:ph type="ftr" sz="quarter" idx="18"/>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F14C70C3-D6A0-EE88-649F-33534359824B}"/>
              </a:ext>
            </a:extLst>
          </p:cNvPr>
          <p:cNvSpPr>
            <a:spLocks noGrp="1"/>
          </p:cNvSpPr>
          <p:nvPr>
            <p:ph type="dt" sz="half" idx="17"/>
          </p:nvPr>
        </p:nvSpPr>
        <p:spPr/>
        <p:txBody>
          <a:bodyPr/>
          <a:lstStyle/>
          <a:p>
            <a:endParaRPr lang="en-US" dirty="0"/>
          </a:p>
        </p:txBody>
      </p:sp>
      <p:sp>
        <p:nvSpPr>
          <p:cNvPr id="6" name="Slide Number Placeholder 5">
            <a:extLst>
              <a:ext uri="{FF2B5EF4-FFF2-40B4-BE49-F238E27FC236}">
                <a16:creationId xmlns:a16="http://schemas.microsoft.com/office/drawing/2014/main" id="{05795649-E940-A4B1-5901-B56C3AF3CD3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14760429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B7E0276-8109-589D-7633-DD4218D7AD4D}"/>
              </a:ext>
            </a:extLst>
          </p:cNvPr>
          <p:cNvSpPr>
            <a:spLocks noGrp="1"/>
          </p:cNvSpPr>
          <p:nvPr>
            <p:ph type="title"/>
          </p:nvPr>
        </p:nvSpPr>
        <p:spPr>
          <a:xfrm>
            <a:off x="678870" y="694932"/>
            <a:ext cx="10827329" cy="985966"/>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78870" y="1954766"/>
            <a:ext cx="514741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65774" y="1954766"/>
            <a:ext cx="5141914"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068456CB-E141-4FD9-87C3-ECEBF8A7D9A1}"/>
              </a:ext>
            </a:extLst>
          </p:cNvPr>
          <p:cNvSpPr>
            <a:spLocks noGrp="1"/>
          </p:cNvSpPr>
          <p:nvPr>
            <p:ph sz="quarter" idx="15"/>
          </p:nvPr>
        </p:nvSpPr>
        <p:spPr>
          <a:xfrm>
            <a:off x="680459" y="2788468"/>
            <a:ext cx="5145670"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48C7E4C7-BE12-E106-3871-9FD922E346B3}"/>
              </a:ext>
            </a:extLst>
          </p:cNvPr>
          <p:cNvSpPr>
            <a:spLocks noGrp="1"/>
          </p:cNvSpPr>
          <p:nvPr>
            <p:ph sz="quarter" idx="16"/>
          </p:nvPr>
        </p:nvSpPr>
        <p:spPr>
          <a:xfrm>
            <a:off x="6365871" y="2788468"/>
            <a:ext cx="5140177"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F60D6F2-E303-8711-DD86-38797649A730}"/>
              </a:ext>
            </a:extLst>
          </p:cNvPr>
          <p:cNvSpPr>
            <a:spLocks noGrp="1"/>
          </p:cNvSpPr>
          <p:nvPr>
            <p:ph type="ftr" sz="quarter" idx="18"/>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7C3E9AFB-293B-FDFA-726C-92E53E70E9AF}"/>
              </a:ext>
            </a:extLst>
          </p:cNvPr>
          <p:cNvSpPr>
            <a:spLocks noGrp="1"/>
          </p:cNvSpPr>
          <p:nvPr>
            <p:ph type="dt" sz="half" idx="17"/>
          </p:nvPr>
        </p:nvSpPr>
        <p:spPr/>
        <p:txBody>
          <a:bodyPr/>
          <a:lstStyle/>
          <a:p>
            <a:endParaRPr lang="en-US" dirty="0"/>
          </a:p>
        </p:txBody>
      </p:sp>
      <p:sp>
        <p:nvSpPr>
          <p:cNvPr id="6" name="Slide Number Placeholder 5">
            <a:extLst>
              <a:ext uri="{FF2B5EF4-FFF2-40B4-BE49-F238E27FC236}">
                <a16:creationId xmlns:a16="http://schemas.microsoft.com/office/drawing/2014/main" id="{365AF8AA-F8D4-60EA-F11A-6775234BA52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1295772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A025B8-8BA0-89AA-4360-51FBAF2B224B}"/>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Footer Placeholder 2">
            <a:extLst>
              <a:ext uri="{FF2B5EF4-FFF2-40B4-BE49-F238E27FC236}">
                <a16:creationId xmlns:a16="http://schemas.microsoft.com/office/drawing/2014/main" id="{BAC59BD1-7576-196A-D571-FD57E7190429}"/>
              </a:ext>
            </a:extLst>
          </p:cNvPr>
          <p:cNvSpPr>
            <a:spLocks noGrp="1"/>
          </p:cNvSpPr>
          <p:nvPr>
            <p:ph type="ftr" sz="quarter" idx="11"/>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D684E8B1-4F38-9B1B-6424-6BC2452D4DE6}"/>
              </a:ext>
            </a:extLst>
          </p:cNvPr>
          <p:cNvSpPr>
            <a:spLocks noGrp="1"/>
          </p:cNvSpPr>
          <p:nvPr>
            <p:ph type="dt" sz="half" idx="10"/>
          </p:nvPr>
        </p:nvSpPr>
        <p:spPr/>
        <p:txBody>
          <a:bodyPr/>
          <a:lstStyle/>
          <a:p>
            <a:endParaRPr lang="en-US" dirty="0"/>
          </a:p>
        </p:txBody>
      </p:sp>
      <p:sp>
        <p:nvSpPr>
          <p:cNvPr id="4" name="Slide Number Placeholder 3">
            <a:extLst>
              <a:ext uri="{FF2B5EF4-FFF2-40B4-BE49-F238E27FC236}">
                <a16:creationId xmlns:a16="http://schemas.microsoft.com/office/drawing/2014/main" id="{2004E196-21CE-CE9F-7563-03912CCB4D6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433452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5B9ECF3-58F8-D0BC-147E-E4CFB4923C49}"/>
              </a:ext>
            </a:extLst>
          </p:cNvPr>
          <p:cNvSpPr>
            <a:spLocks noGrp="1"/>
          </p:cNvSpPr>
          <p:nvPr>
            <p:ph type="ftr" sz="quarter" idx="11"/>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5C939631-83CC-B848-B327-B33DAF5AF158}"/>
              </a:ext>
            </a:extLst>
          </p:cNvPr>
          <p:cNvSpPr>
            <a:spLocks noGrp="1"/>
          </p:cNvSpPr>
          <p:nvPr>
            <p:ph type="dt" sz="half" idx="10"/>
          </p:nvPr>
        </p:nvSpPr>
        <p:spPr/>
        <p:txBody>
          <a:bodyPr/>
          <a:lstStyle/>
          <a:p>
            <a:endParaRPr lang="en-US" dirty="0"/>
          </a:p>
        </p:txBody>
      </p:sp>
      <p:sp>
        <p:nvSpPr>
          <p:cNvPr id="4" name="Slide Number Placeholder 3">
            <a:extLst>
              <a:ext uri="{FF2B5EF4-FFF2-40B4-BE49-F238E27FC236}">
                <a16:creationId xmlns:a16="http://schemas.microsoft.com/office/drawing/2014/main" id="{68070C40-BA47-C8B9-46F3-E3616FAC2C2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28082899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85802" y="685800"/>
            <a:ext cx="3962398" cy="161618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85801" y="2590800"/>
            <a:ext cx="3962399" cy="3572257"/>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85800"/>
            <a:ext cx="6371491" cy="546812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61574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78871" y="685800"/>
            <a:ext cx="4242643" cy="1624931"/>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80679" y="2826137"/>
            <a:ext cx="4230787" cy="3336920"/>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698756"/>
            <a:ext cx="6165717" cy="5442639"/>
          </a:xfrm>
          <a:blipFill>
            <a:blip r:embed="rId2">
              <a:alphaModFix amt="60000"/>
              <a:extLst>
                <a:ext uri="{28A0092B-C50C-407E-A947-70E740481C1C}">
                  <a14:useLocalDpi xmlns:a14="http://schemas.microsoft.com/office/drawing/2010/main" val="0"/>
                </a:ext>
              </a:extLst>
            </a:blip>
            <a:srcRect/>
            <a:stretch>
              <a:fillRect l="-28837" r="-28837"/>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66486735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685800"/>
            <a:ext cx="5417129" cy="1819664"/>
          </a:xfrm>
        </p:spPr>
        <p:txBody>
          <a:bodyPr anchor="t">
            <a:no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78871" y="3276599"/>
            <a:ext cx="10827329" cy="2886457"/>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6179F71-BB04-AC80-5A43-4718DF5050BB}"/>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B2C1D9A8-162F-30DE-21D0-F531C2AC38B5}"/>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91903FBD-DD44-33D2-4C38-3C6BF9FB5E0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432091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06305"/>
            <a:ext cx="6370507" cy="1842020"/>
          </a:xfrm>
        </p:spPr>
        <p:txBody>
          <a:bodyPr anchor="b">
            <a:no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78871" y="2701660"/>
            <a:ext cx="6370507" cy="2325557"/>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09DDBCCE-CCAB-448A-1E13-595ADE9E2A88}"/>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1" name="Slide Number Placeholder 5">
            <a:extLst>
              <a:ext uri="{FF2B5EF4-FFF2-40B4-BE49-F238E27FC236}">
                <a16:creationId xmlns:a16="http://schemas.microsoft.com/office/drawing/2014/main" id="{02C093BF-07F3-517D-599F-4A80C3D441E7}"/>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17903664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78871" y="694938"/>
            <a:ext cx="10825637" cy="79208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78872" y="1676400"/>
            <a:ext cx="10825636" cy="448665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hidden="1">
            <a:extLst>
              <a:ext uri="{FF2B5EF4-FFF2-40B4-BE49-F238E27FC236}">
                <a16:creationId xmlns:a16="http://schemas.microsoft.com/office/drawing/2014/main" id="{D7982C74-1A7B-1EF6-C767-EC1102B8BC05}"/>
              </a:ext>
            </a:extLst>
          </p:cNvPr>
          <p:cNvSpPr/>
          <p:nvPr/>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hidden="1">
            <a:extLst>
              <a:ext uri="{FF2B5EF4-FFF2-40B4-BE49-F238E27FC236}">
                <a16:creationId xmlns:a16="http://schemas.microsoft.com/office/drawing/2014/main" id="{1C58F15E-3B29-FA0D-33D1-930904DB63AC}"/>
              </a:ext>
            </a:extLst>
          </p:cNvPr>
          <p:cNvSpPr/>
          <p:nvPr userDrawn="1"/>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3">
            <a:extLst>
              <a:ext uri="{FF2B5EF4-FFF2-40B4-BE49-F238E27FC236}">
                <a16:creationId xmlns:a16="http://schemas.microsoft.com/office/drawing/2014/main" id="{CACE51C6-D285-36B9-E05D-34304BF86607}"/>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900">
                <a:solidFill>
                  <a:schemeClr val="tx1"/>
                </a:solidFill>
              </a:defRPr>
            </a:lvl1pPr>
          </a:lstStyle>
          <a:p>
            <a:endParaRPr lang="en-US" dirty="0"/>
          </a:p>
        </p:txBody>
      </p:sp>
      <p:sp>
        <p:nvSpPr>
          <p:cNvPr id="12" name="Footer Placeholder 4">
            <a:extLst>
              <a:ext uri="{FF2B5EF4-FFF2-40B4-BE49-F238E27FC236}">
                <a16:creationId xmlns:a16="http://schemas.microsoft.com/office/drawing/2014/main" id="{53C65791-CE33-6F98-64A9-9C6803567DBD}"/>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rtl="0">
              <a:defRPr sz="900">
                <a:solidFill>
                  <a:schemeClr val="tx1"/>
                </a:solidFill>
              </a:defRPr>
            </a:lvl1pPr>
          </a:lstStyle>
          <a:p>
            <a:r>
              <a:rPr lang="en-US"/>
              <a:t>Presentation title</a:t>
            </a:r>
            <a:endParaRPr lang="en-US" dirty="0"/>
          </a:p>
        </p:txBody>
      </p:sp>
      <p:sp>
        <p:nvSpPr>
          <p:cNvPr id="13" name="Slide Number Placeholder 5">
            <a:extLst>
              <a:ext uri="{FF2B5EF4-FFF2-40B4-BE49-F238E27FC236}">
                <a16:creationId xmlns:a16="http://schemas.microsoft.com/office/drawing/2014/main" id="{9C4E2BDE-BF41-53AE-AAF9-E1E0BE6AB889}"/>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rtl="0">
              <a:defRPr sz="900">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7454367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Lst>
  <p:hf sldNum="0" hdr="0" dt="0"/>
  <p:txStyles>
    <p:titleStyle>
      <a:lvl1pPr algn="l" defTabSz="914400" rtl="0" eaLnBrk="1" latinLnBrk="0" hangingPunct="1">
        <a:lnSpc>
          <a:spcPct val="100000"/>
        </a:lnSpc>
        <a:spcBef>
          <a:spcPct val="0"/>
        </a:spcBef>
        <a:buNone/>
        <a:defRPr sz="2800" b="0"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600"/>
        </a:spcAft>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userDrawn="1">
          <p15:clr>
            <a:srgbClr val="F26B43"/>
          </p15:clr>
        </p15:guide>
        <p15:guide id="28" pos="3840" userDrawn="1">
          <p15:clr>
            <a:srgbClr val="F26B43"/>
          </p15:clr>
        </p15:guide>
        <p15:guide id="29" pos="7296" userDrawn="1">
          <p15:clr>
            <a:srgbClr val="F26B43"/>
          </p15:clr>
        </p15:guide>
        <p15:guide id="30" pos="3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A611D-2CE7-AFD5-2475-05F5F00AE346}"/>
              </a:ext>
            </a:extLst>
          </p:cNvPr>
          <p:cNvSpPr>
            <a:spLocks noGrp="1"/>
          </p:cNvSpPr>
          <p:nvPr>
            <p:ph type="ctrTitle"/>
          </p:nvPr>
        </p:nvSpPr>
        <p:spPr>
          <a:xfrm>
            <a:off x="6096000" y="3071529"/>
            <a:ext cx="5257800" cy="1981200"/>
          </a:xfrm>
        </p:spPr>
        <p:txBody>
          <a:bodyPr anchor="b">
            <a:normAutofit/>
          </a:bodyPr>
          <a:lstStyle/>
          <a:p>
            <a:r>
              <a:rPr lang="en-TR" sz="2600" dirty="0"/>
              <a:t>DECK</a:t>
            </a:r>
          </a:p>
        </p:txBody>
      </p:sp>
      <p:sp>
        <p:nvSpPr>
          <p:cNvPr id="3" name="Subtitle 2">
            <a:extLst>
              <a:ext uri="{FF2B5EF4-FFF2-40B4-BE49-F238E27FC236}">
                <a16:creationId xmlns:a16="http://schemas.microsoft.com/office/drawing/2014/main" id="{D2C537C9-F919-4650-370B-C87643F6113C}"/>
              </a:ext>
            </a:extLst>
          </p:cNvPr>
          <p:cNvSpPr>
            <a:spLocks noGrp="1"/>
          </p:cNvSpPr>
          <p:nvPr>
            <p:ph type="subTitle" idx="1"/>
          </p:nvPr>
        </p:nvSpPr>
        <p:spPr>
          <a:xfrm>
            <a:off x="6096000" y="5257800"/>
            <a:ext cx="5257800" cy="785528"/>
          </a:xfrm>
        </p:spPr>
        <p:txBody>
          <a:bodyPr anchor="t">
            <a:normAutofit/>
          </a:bodyPr>
          <a:lstStyle/>
          <a:p>
            <a:r>
              <a:rPr lang="en-TR" dirty="0"/>
              <a:t>QSAIL Platform / Omni Channel Reporting Tool</a:t>
            </a:r>
          </a:p>
        </p:txBody>
      </p:sp>
    </p:spTree>
    <p:extLst>
      <p:ext uri="{BB962C8B-B14F-4D97-AF65-F5344CB8AC3E}">
        <p14:creationId xmlns:p14="http://schemas.microsoft.com/office/powerpoint/2010/main" val="3086605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6CC76-76C5-2EC0-FAD5-E02B708AD277}"/>
              </a:ext>
            </a:extLst>
          </p:cNvPr>
          <p:cNvSpPr>
            <a:spLocks noGrp="1"/>
          </p:cNvSpPr>
          <p:nvPr>
            <p:ph type="title"/>
          </p:nvPr>
        </p:nvSpPr>
        <p:spPr>
          <a:xfrm>
            <a:off x="4572000" y="1340668"/>
            <a:ext cx="6932507" cy="1135838"/>
          </a:xfrm>
        </p:spPr>
        <p:txBody>
          <a:bodyPr anchor="b">
            <a:normAutofit/>
          </a:bodyPr>
          <a:lstStyle/>
          <a:p>
            <a:r>
              <a:rPr lang="en-TR"/>
              <a:t>Sunumun Ana Başlıkları</a:t>
            </a:r>
          </a:p>
        </p:txBody>
      </p:sp>
      <p:sp>
        <p:nvSpPr>
          <p:cNvPr id="3" name="Content Placeholder 2">
            <a:extLst>
              <a:ext uri="{FF2B5EF4-FFF2-40B4-BE49-F238E27FC236}">
                <a16:creationId xmlns:a16="http://schemas.microsoft.com/office/drawing/2014/main" id="{9BB6F2D8-65F1-2493-6837-DE22A7ED11C5}"/>
              </a:ext>
            </a:extLst>
          </p:cNvPr>
          <p:cNvSpPr>
            <a:spLocks noGrp="1"/>
          </p:cNvSpPr>
          <p:nvPr>
            <p:ph sz="quarter" idx="13"/>
            <p:extLst>
              <p:ext uri="{E7BDC344-281C-4309-B0C6-D0EE65EED2A8}">
                <p202:designPr xmlns:p202="http://schemas.microsoft.com/office/powerpoint/2020/02/main">
                  <p202:designTagLst>
                    <p202:designTag name="ARCH:1:CLS" val="BulletedText"/>
                  </p202:designTagLst>
                </p202:designPr>
              </p:ext>
            </p:extLst>
          </p:nvPr>
        </p:nvSpPr>
        <p:spPr>
          <a:xfrm>
            <a:off x="4571999" y="2743200"/>
            <a:ext cx="6932508" cy="3419856"/>
          </a:xfrm>
        </p:spPr>
        <p:txBody>
          <a:bodyPr>
            <a:normAutofit/>
          </a:bodyPr>
          <a:lstStyle/>
          <a:p>
            <a:r>
              <a:rPr lang="en-US" dirty="0"/>
              <a:t>DECK </a:t>
            </a:r>
            <a:r>
              <a:rPr lang="en-US" dirty="0" err="1"/>
              <a:t>Uygulamasının</a:t>
            </a:r>
            <a:r>
              <a:rPr lang="en-US" dirty="0"/>
              <a:t> </a:t>
            </a:r>
            <a:r>
              <a:rPr lang="en-US" dirty="0" err="1"/>
              <a:t>Altyapısı</a:t>
            </a:r>
            <a:r>
              <a:rPr lang="en-US" dirty="0"/>
              <a:t> </a:t>
            </a:r>
            <a:r>
              <a:rPr lang="en-US" dirty="0" err="1"/>
              <a:t>ve</a:t>
            </a:r>
            <a:r>
              <a:rPr lang="en-US" dirty="0"/>
              <a:t> </a:t>
            </a:r>
            <a:r>
              <a:rPr lang="en-US" dirty="0" err="1"/>
              <a:t>Çalışma</a:t>
            </a:r>
            <a:r>
              <a:rPr lang="en-US" dirty="0"/>
              <a:t> </a:t>
            </a:r>
            <a:r>
              <a:rPr lang="en-US" dirty="0" err="1"/>
              <a:t>Prensibi</a:t>
            </a:r>
            <a:endParaRPr lang="en-US" dirty="0"/>
          </a:p>
          <a:p>
            <a:r>
              <a:rPr lang="en-US" dirty="0" err="1"/>
              <a:t>Canlı</a:t>
            </a:r>
            <a:r>
              <a:rPr lang="en-US" dirty="0"/>
              <a:t> Demo </a:t>
            </a:r>
            <a:r>
              <a:rPr lang="en-US" dirty="0" err="1"/>
              <a:t>Örnekleri</a:t>
            </a:r>
            <a:endParaRPr lang="en-US" dirty="0"/>
          </a:p>
          <a:p>
            <a:r>
              <a:rPr lang="en-US" dirty="0"/>
              <a:t>Yol </a:t>
            </a:r>
            <a:r>
              <a:rPr lang="en-US" dirty="0" err="1"/>
              <a:t>Haritası</a:t>
            </a:r>
            <a:r>
              <a:rPr lang="en-US" dirty="0"/>
              <a:t>: Faz 2 </a:t>
            </a:r>
            <a:r>
              <a:rPr lang="en-US" dirty="0" err="1"/>
              <a:t>ve</a:t>
            </a:r>
            <a:r>
              <a:rPr lang="en-US" dirty="0"/>
              <a:t> Faz 3 </a:t>
            </a:r>
            <a:r>
              <a:rPr lang="en-US" dirty="0" err="1"/>
              <a:t>Planları</a:t>
            </a:r>
            <a:endParaRPr lang="en-US" dirty="0"/>
          </a:p>
          <a:p>
            <a:r>
              <a:rPr lang="en-US" dirty="0"/>
              <a:t>Soru &amp; </a:t>
            </a:r>
            <a:r>
              <a:rPr lang="en-US" dirty="0" err="1"/>
              <a:t>Cevap</a:t>
            </a:r>
            <a:endParaRPr lang="en-TR" dirty="0"/>
          </a:p>
        </p:txBody>
      </p:sp>
      <p:sp>
        <p:nvSpPr>
          <p:cNvPr id="4" name="Footer Placeholder 3">
            <a:extLst>
              <a:ext uri="{FF2B5EF4-FFF2-40B4-BE49-F238E27FC236}">
                <a16:creationId xmlns:a16="http://schemas.microsoft.com/office/drawing/2014/main" id="{5B996964-DA8D-24E7-0AA8-05A18616E30B}"/>
              </a:ext>
            </a:extLst>
          </p:cNvPr>
          <p:cNvSpPr>
            <a:spLocks noGrp="1"/>
          </p:cNvSpPr>
          <p:nvPr>
            <p:ph type="ftr" sz="quarter" idx="15"/>
          </p:nvPr>
        </p:nvSpPr>
        <p:spPr>
          <a:xfrm>
            <a:off x="678871" y="6343955"/>
            <a:ext cx="2739181" cy="365125"/>
          </a:xfrm>
        </p:spPr>
        <p:txBody>
          <a:bodyPr anchor="ctr">
            <a:normAutofit/>
          </a:bodyPr>
          <a:lstStyle/>
          <a:p>
            <a:pPr>
              <a:spcAft>
                <a:spcPts val="600"/>
              </a:spcAft>
            </a:pPr>
            <a:r>
              <a:rPr lang="en-US" dirty="0"/>
              <a:t>DECK</a:t>
            </a:r>
          </a:p>
        </p:txBody>
      </p:sp>
    </p:spTree>
    <p:extLst>
      <p:ext uri="{BB962C8B-B14F-4D97-AF65-F5344CB8AC3E}">
        <p14:creationId xmlns:p14="http://schemas.microsoft.com/office/powerpoint/2010/main" val="10997576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F9BF3-3625-2DFC-19A5-12557546E02E}"/>
              </a:ext>
            </a:extLst>
          </p:cNvPr>
          <p:cNvSpPr>
            <a:spLocks noGrp="1"/>
          </p:cNvSpPr>
          <p:nvPr>
            <p:ph type="ctrTitle"/>
          </p:nvPr>
        </p:nvSpPr>
        <p:spPr>
          <a:xfrm>
            <a:off x="2161514" y="2476500"/>
            <a:ext cx="7868972" cy="1905000"/>
          </a:xfrm>
        </p:spPr>
        <p:txBody>
          <a:bodyPr anchor="ctr">
            <a:normAutofit/>
          </a:bodyPr>
          <a:lstStyle/>
          <a:p>
            <a:r>
              <a:rPr lang="en-TR" dirty="0"/>
              <a:t>DECK Uygulamasının Altyapısı ve Çalışma PRENSİBİ</a:t>
            </a:r>
          </a:p>
        </p:txBody>
      </p:sp>
    </p:spTree>
    <p:extLst>
      <p:ext uri="{BB962C8B-B14F-4D97-AF65-F5344CB8AC3E}">
        <p14:creationId xmlns:p14="http://schemas.microsoft.com/office/powerpoint/2010/main" val="19096809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4E24C-7F21-4C09-BD6B-3733FE44EB3E}"/>
              </a:ext>
            </a:extLst>
          </p:cNvPr>
          <p:cNvSpPr>
            <a:spLocks noGrp="1"/>
          </p:cNvSpPr>
          <p:nvPr>
            <p:ph type="title"/>
          </p:nvPr>
        </p:nvSpPr>
        <p:spPr>
          <a:xfrm>
            <a:off x="678872" y="694932"/>
            <a:ext cx="10827328" cy="985966"/>
          </a:xfrm>
        </p:spPr>
        <p:txBody>
          <a:bodyPr anchor="t">
            <a:normAutofit/>
          </a:bodyPr>
          <a:lstStyle/>
          <a:p>
            <a:r>
              <a:rPr lang="en-TR" dirty="0"/>
              <a:t>Teknolojİk altyapı ve MİMARİ yapısı</a:t>
            </a:r>
          </a:p>
        </p:txBody>
      </p:sp>
      <p:sp>
        <p:nvSpPr>
          <p:cNvPr id="4" name="Footer Placeholder 3">
            <a:extLst>
              <a:ext uri="{FF2B5EF4-FFF2-40B4-BE49-F238E27FC236}">
                <a16:creationId xmlns:a16="http://schemas.microsoft.com/office/drawing/2014/main" id="{FA216161-E1E0-9534-E202-F257F10E374F}"/>
              </a:ext>
            </a:extLst>
          </p:cNvPr>
          <p:cNvSpPr>
            <a:spLocks noGrp="1"/>
          </p:cNvSpPr>
          <p:nvPr>
            <p:ph type="ftr" sz="quarter" idx="11"/>
          </p:nvPr>
        </p:nvSpPr>
        <p:spPr>
          <a:xfrm>
            <a:off x="678871" y="6343955"/>
            <a:ext cx="2739181" cy="365125"/>
          </a:xfrm>
        </p:spPr>
        <p:txBody>
          <a:bodyPr anchor="ctr">
            <a:normAutofit/>
          </a:bodyPr>
          <a:lstStyle/>
          <a:p>
            <a:pPr>
              <a:spcAft>
                <a:spcPts val="600"/>
              </a:spcAft>
            </a:pPr>
            <a:r>
              <a:rPr lang="en-US" dirty="0"/>
              <a:t>DECK</a:t>
            </a:r>
          </a:p>
        </p:txBody>
      </p:sp>
      <p:graphicFrame>
        <p:nvGraphicFramePr>
          <p:cNvPr id="5" name="Content Placeholder 5">
            <a:extLst>
              <a:ext uri="{FF2B5EF4-FFF2-40B4-BE49-F238E27FC236}">
                <a16:creationId xmlns:a16="http://schemas.microsoft.com/office/drawing/2014/main" id="{4171DCA1-8AA8-4D24-BC43-88372899DC91}"/>
              </a:ext>
            </a:extLst>
          </p:cNvPr>
          <p:cNvGraphicFramePr>
            <a:graphicFrameLocks noGrp="1"/>
          </p:cNvGraphicFramePr>
          <p:nvPr>
            <p:ph idx="1"/>
            <p:extLst>
              <p:ext uri="{D42A27DB-BD31-4B8C-83A1-F6EECF244321}">
                <p14:modId xmlns:p14="http://schemas.microsoft.com/office/powerpoint/2010/main" val="1039537088"/>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78873" y="1830774"/>
          <a:ext cx="5417128" cy="43322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074" name="Picture 2">
            <a:extLst>
              <a:ext uri="{FF2B5EF4-FFF2-40B4-BE49-F238E27FC236}">
                <a16:creationId xmlns:a16="http://schemas.microsoft.com/office/drawing/2014/main" id="{57373428-EB84-CA04-A9EF-78A3FE728EB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2536" y="1649876"/>
            <a:ext cx="5936374" cy="43950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9686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3DB80-803A-8273-4742-154526D90859}"/>
              </a:ext>
            </a:extLst>
          </p:cNvPr>
          <p:cNvSpPr>
            <a:spLocks noGrp="1"/>
          </p:cNvSpPr>
          <p:nvPr>
            <p:ph type="title"/>
          </p:nvPr>
        </p:nvSpPr>
        <p:spPr>
          <a:xfrm>
            <a:off x="678871" y="694932"/>
            <a:ext cx="10827330" cy="985966"/>
          </a:xfrm>
        </p:spPr>
        <p:txBody>
          <a:bodyPr anchor="t">
            <a:normAutofit/>
          </a:bodyPr>
          <a:lstStyle/>
          <a:p>
            <a:r>
              <a:rPr lang="en-TR"/>
              <a:t>Kullanılan yardımcı araçlar ve entegrasyonlar</a:t>
            </a:r>
          </a:p>
        </p:txBody>
      </p:sp>
      <p:pic>
        <p:nvPicPr>
          <p:cNvPr id="6" name="Content Placeholder 5" descr="Bulut bilişim ağı">
            <a:extLst>
              <a:ext uri="{FF2B5EF4-FFF2-40B4-BE49-F238E27FC236}">
                <a16:creationId xmlns:a16="http://schemas.microsoft.com/office/drawing/2014/main" id="{1AB9CF6D-1713-4FFC-9CA5-D84412337036}"/>
              </a:ext>
            </a:extLst>
          </p:cNvPr>
          <p:cNvPicPr>
            <a:picLocks noGrp="1" noChangeAspect="1"/>
          </p:cNvPicPr>
          <p:nvPr>
            <p:ph sz="quarter" idx="15"/>
          </p:nvPr>
        </p:nvPicPr>
        <p:blipFill>
          <a:blip r:embed="rId3"/>
          <a:srcRect l="19075" r="10741" b="-1"/>
          <a:stretch>
            <a:fillRect/>
          </a:stretch>
        </p:blipFill>
        <p:spPr>
          <a:xfrm>
            <a:off x="686122" y="2057399"/>
            <a:ext cx="5140007" cy="4119563"/>
          </a:xfrm>
        </p:spPr>
      </p:pic>
      <p:sp>
        <p:nvSpPr>
          <p:cNvPr id="4" name="Content Placeholder 3">
            <a:extLst>
              <a:ext uri="{FF2B5EF4-FFF2-40B4-BE49-F238E27FC236}">
                <a16:creationId xmlns:a16="http://schemas.microsoft.com/office/drawing/2014/main" id="{21E2B639-0AE8-5FAA-227B-D2FD8F8CB9EC}"/>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65872" y="2057399"/>
            <a:ext cx="5140328" cy="4119563"/>
          </a:xfrm>
        </p:spPr>
        <p:txBody>
          <a:bodyPr>
            <a:normAutofit/>
          </a:bodyPr>
          <a:lstStyle/>
          <a:p>
            <a:pPr marL="0" indent="0" algn="l" rtl="0" eaLnBrk="1" latinLnBrk="0" hangingPunct="1">
              <a:spcBef>
                <a:spcPts val="500"/>
              </a:spcBef>
              <a:spcAft>
                <a:spcPts val="600"/>
              </a:spcAft>
              <a:buNone/>
            </a:pPr>
            <a:r>
              <a:rPr lang="en-US" sz="1400" b="1" dirty="0">
                <a:solidFill>
                  <a:srgbClr val="FFFFFF"/>
                </a:solidFill>
                <a:effectLst/>
                <a:latin typeface="Avenir Next LT Pro" panose="020B0504020202020204" pitchFamily="34" charset="77"/>
              </a:rPr>
              <a:t>API </a:t>
            </a:r>
            <a:r>
              <a:rPr lang="en-US" sz="1400" b="1" dirty="0" err="1">
                <a:solidFill>
                  <a:srgbClr val="FFFFFF"/>
                </a:solidFill>
                <a:effectLst/>
                <a:latin typeface="Avenir Next LT Pro" panose="020B0504020202020204" pitchFamily="34" charset="77"/>
              </a:rPr>
              <a:t>Entegrasyonları</a:t>
            </a:r>
            <a:endParaRPr lang="en-US" sz="1400" dirty="0">
              <a:solidFill>
                <a:srgbClr val="FFFFFF"/>
              </a:solidFill>
              <a:effectLst/>
              <a:latin typeface="Avenir Next LT Pro" panose="020B0504020202020204" pitchFamily="34" charset="77"/>
            </a:endParaRPr>
          </a:p>
          <a:p>
            <a:pPr marL="0" indent="0" algn="l" rtl="0" eaLnBrk="1" latinLnBrk="0" hangingPunct="1">
              <a:spcBef>
                <a:spcPts val="500"/>
              </a:spcBef>
              <a:spcAft>
                <a:spcPts val="600"/>
              </a:spcAft>
              <a:buNone/>
            </a:pPr>
            <a:r>
              <a:rPr lang="en-US" sz="1400" dirty="0">
                <a:solidFill>
                  <a:srgbClr val="FFFFFF"/>
                </a:solidFill>
                <a:effectLst/>
                <a:latin typeface="Avenir Next LT Pro" panose="020B0504020202020204" pitchFamily="34" charset="77"/>
              </a:rPr>
              <a:t>DECK, </a:t>
            </a:r>
            <a:r>
              <a:rPr lang="en-US" sz="1400" dirty="0" err="1">
                <a:solidFill>
                  <a:srgbClr val="FFFFFF"/>
                </a:solidFill>
                <a:effectLst/>
                <a:latin typeface="Avenir Next LT Pro" panose="020B0504020202020204" pitchFamily="34" charset="77"/>
              </a:rPr>
              <a:t>çeşitli</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veri</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kaynaklarıyla</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sağlam</a:t>
            </a:r>
            <a:r>
              <a:rPr lang="en-US" sz="1400" dirty="0">
                <a:solidFill>
                  <a:srgbClr val="FFFFFF"/>
                </a:solidFill>
                <a:effectLst/>
                <a:latin typeface="Avenir Next LT Pro" panose="020B0504020202020204" pitchFamily="34" charset="77"/>
              </a:rPr>
              <a:t> API </a:t>
            </a:r>
            <a:r>
              <a:rPr lang="en-US" sz="1400" dirty="0" err="1">
                <a:solidFill>
                  <a:srgbClr val="FFFFFF"/>
                </a:solidFill>
                <a:effectLst/>
                <a:latin typeface="Avenir Next LT Pro" panose="020B0504020202020204" pitchFamily="34" charset="77"/>
              </a:rPr>
              <a:t>entegrasyonları</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sayesinde</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kesintisiz</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ve</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etkili</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bir</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şekilde</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çalışır</a:t>
            </a:r>
            <a:r>
              <a:rPr lang="en-US" sz="1400" dirty="0">
                <a:solidFill>
                  <a:srgbClr val="FFFFFF"/>
                </a:solidFill>
                <a:effectLst/>
                <a:latin typeface="Avenir Next LT Pro" panose="020B0504020202020204" pitchFamily="34" charset="77"/>
              </a:rPr>
              <a:t>.</a:t>
            </a:r>
          </a:p>
          <a:p>
            <a:pPr marL="0" indent="0" algn="l" rtl="0" eaLnBrk="1" latinLnBrk="0" hangingPunct="1">
              <a:spcBef>
                <a:spcPts val="500"/>
              </a:spcBef>
              <a:spcAft>
                <a:spcPts val="600"/>
              </a:spcAft>
              <a:buNone/>
            </a:pPr>
            <a:endParaRPr lang="en-US" sz="1400" dirty="0">
              <a:solidFill>
                <a:srgbClr val="FFFFFF"/>
              </a:solidFill>
              <a:effectLst/>
              <a:latin typeface="Avenir Next LT Pro" panose="020B0504020202020204" pitchFamily="34" charset="77"/>
            </a:endParaRPr>
          </a:p>
          <a:p>
            <a:pPr marL="0" indent="0" algn="l" rtl="0" eaLnBrk="1" latinLnBrk="0" hangingPunct="1">
              <a:spcBef>
                <a:spcPts val="500"/>
              </a:spcBef>
              <a:spcAft>
                <a:spcPts val="600"/>
              </a:spcAft>
              <a:buNone/>
            </a:pPr>
            <a:r>
              <a:rPr lang="en-US" sz="1400" b="1" dirty="0">
                <a:solidFill>
                  <a:srgbClr val="FFFFFF"/>
                </a:solidFill>
                <a:effectLst/>
                <a:latin typeface="Avenir Next LT Pro" panose="020B0504020202020204" pitchFamily="34" charset="77"/>
              </a:rPr>
              <a:t>Analiz </a:t>
            </a:r>
            <a:r>
              <a:rPr lang="en-US" sz="1400" b="1" dirty="0" err="1">
                <a:solidFill>
                  <a:srgbClr val="FFFFFF"/>
                </a:solidFill>
                <a:effectLst/>
                <a:latin typeface="Avenir Next LT Pro" panose="020B0504020202020204" pitchFamily="34" charset="77"/>
              </a:rPr>
              <a:t>Araçları</a:t>
            </a:r>
            <a:endParaRPr lang="en-US" sz="1400" dirty="0">
              <a:solidFill>
                <a:srgbClr val="FFFFFF"/>
              </a:solidFill>
              <a:effectLst/>
              <a:latin typeface="Avenir Next LT Pro" panose="020B0504020202020204" pitchFamily="34" charset="77"/>
            </a:endParaRPr>
          </a:p>
          <a:p>
            <a:pPr marL="0" indent="0" algn="l" rtl="0" eaLnBrk="1" latinLnBrk="0" hangingPunct="1">
              <a:spcBef>
                <a:spcPts val="500"/>
              </a:spcBef>
              <a:spcAft>
                <a:spcPts val="600"/>
              </a:spcAft>
              <a:buNone/>
            </a:pPr>
            <a:r>
              <a:rPr lang="en-US" sz="1400" dirty="0">
                <a:solidFill>
                  <a:srgbClr val="FFFFFF"/>
                </a:solidFill>
                <a:effectLst/>
                <a:latin typeface="Avenir Next LT Pro" panose="020B0504020202020204" pitchFamily="34" charset="77"/>
              </a:rPr>
              <a:t>Analiz </a:t>
            </a:r>
            <a:r>
              <a:rPr lang="en-US" sz="1400" dirty="0" err="1">
                <a:solidFill>
                  <a:srgbClr val="FFFFFF"/>
                </a:solidFill>
                <a:effectLst/>
                <a:latin typeface="Avenir Next LT Pro" panose="020B0504020202020204" pitchFamily="34" charset="77"/>
              </a:rPr>
              <a:t>araçları</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DECK’in</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kapsamlı</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veri</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analizleri</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yapmasını</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ve</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değerli</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içgörüler</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elde</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etmesini</a:t>
            </a:r>
            <a:r>
              <a:rPr lang="en-US" sz="1400" dirty="0">
                <a:solidFill>
                  <a:srgbClr val="FFFFFF"/>
                </a:solidFill>
                <a:effectLst/>
                <a:latin typeface="Avenir Next LT Pro" panose="020B0504020202020204" pitchFamily="34" charset="77"/>
              </a:rPr>
              <a:t> </a:t>
            </a:r>
            <a:r>
              <a:rPr lang="en-US" sz="1400" dirty="0" err="1">
                <a:solidFill>
                  <a:srgbClr val="FFFFFF"/>
                </a:solidFill>
                <a:effectLst/>
                <a:latin typeface="Avenir Next LT Pro" panose="020B0504020202020204" pitchFamily="34" charset="77"/>
              </a:rPr>
              <a:t>sağlar</a:t>
            </a:r>
            <a:r>
              <a:rPr lang="en-US" sz="1400" dirty="0">
                <a:solidFill>
                  <a:srgbClr val="FFFFFF"/>
                </a:solidFill>
                <a:effectLst/>
                <a:latin typeface="Avenir Next LT Pro" panose="020B0504020202020204" pitchFamily="34" charset="77"/>
              </a:rPr>
              <a:t>.</a:t>
            </a:r>
          </a:p>
          <a:p>
            <a:pPr marL="0" indent="0" algn="l" rtl="0" eaLnBrk="1" latinLnBrk="0" hangingPunct="1">
              <a:spcBef>
                <a:spcPts val="500"/>
              </a:spcBef>
              <a:spcAft>
                <a:spcPts val="600"/>
              </a:spcAft>
              <a:buFont typeface="Arial" panose="020B0604020202020204" pitchFamily="34" charset="0"/>
              <a:buChar char="•"/>
            </a:pPr>
            <a:r>
              <a:rPr lang="en-US" sz="1400" dirty="0">
                <a:solidFill>
                  <a:srgbClr val="FFFFFF"/>
                </a:solidFill>
                <a:effectLst/>
                <a:latin typeface="Avenir Next LT Pro" panose="020B0504020202020204" pitchFamily="34" charset="77"/>
              </a:rPr>
              <a:t>Text Compare</a:t>
            </a:r>
          </a:p>
          <a:p>
            <a:pPr marL="0" indent="0" algn="l" rtl="0" eaLnBrk="1" latinLnBrk="0" hangingPunct="1">
              <a:spcBef>
                <a:spcPts val="500"/>
              </a:spcBef>
              <a:spcAft>
                <a:spcPts val="600"/>
              </a:spcAft>
              <a:buFont typeface="Arial" panose="020B0604020202020204" pitchFamily="34" charset="0"/>
              <a:buChar char="•"/>
            </a:pPr>
            <a:r>
              <a:rPr lang="en-US" sz="1400" dirty="0">
                <a:solidFill>
                  <a:srgbClr val="FFFFFF"/>
                </a:solidFill>
                <a:effectLst/>
                <a:latin typeface="Avenir Next LT Pro" panose="020B0504020202020204" pitchFamily="34" charset="77"/>
              </a:rPr>
              <a:t>Excel Compare</a:t>
            </a:r>
          </a:p>
          <a:p>
            <a:pPr marL="0" indent="0" algn="l" rtl="0" eaLnBrk="1" latinLnBrk="0" hangingPunct="1">
              <a:spcBef>
                <a:spcPts val="500"/>
              </a:spcBef>
              <a:spcAft>
                <a:spcPts val="600"/>
              </a:spcAft>
              <a:buFont typeface="Arial" panose="020B0604020202020204" pitchFamily="34" charset="0"/>
              <a:buChar char="•"/>
            </a:pPr>
            <a:r>
              <a:rPr lang="en-US" sz="1400" dirty="0" err="1">
                <a:solidFill>
                  <a:srgbClr val="FFFFFF"/>
                </a:solidFill>
                <a:effectLst/>
                <a:latin typeface="Avenir Next LT Pro" panose="020B0504020202020204" pitchFamily="34" charset="77"/>
              </a:rPr>
              <a:t>Formlar</a:t>
            </a:r>
            <a:r>
              <a:rPr lang="en-US" sz="1400" dirty="0">
                <a:solidFill>
                  <a:srgbClr val="FFFFFF"/>
                </a:solidFill>
                <a:effectLst/>
                <a:latin typeface="Avenir Next LT Pro" panose="020B0504020202020204" pitchFamily="34" charset="77"/>
              </a:rPr>
              <a:t>/Onay/</a:t>
            </a:r>
            <a:r>
              <a:rPr lang="en-US" sz="1400" dirty="0" err="1">
                <a:solidFill>
                  <a:srgbClr val="FFFFFF"/>
                </a:solidFill>
                <a:effectLst/>
                <a:latin typeface="Avenir Next LT Pro" panose="020B0504020202020204" pitchFamily="34" charset="77"/>
              </a:rPr>
              <a:t>Delegasyon</a:t>
            </a:r>
            <a:endParaRPr lang="en-US" dirty="0"/>
          </a:p>
        </p:txBody>
      </p:sp>
      <p:sp>
        <p:nvSpPr>
          <p:cNvPr id="5" name="Footer Placeholder 4">
            <a:extLst>
              <a:ext uri="{FF2B5EF4-FFF2-40B4-BE49-F238E27FC236}">
                <a16:creationId xmlns:a16="http://schemas.microsoft.com/office/drawing/2014/main" id="{382D075D-74AC-523A-D44A-5543088FAD63}"/>
              </a:ext>
            </a:extLst>
          </p:cNvPr>
          <p:cNvSpPr>
            <a:spLocks noGrp="1"/>
          </p:cNvSpPr>
          <p:nvPr>
            <p:ph type="ftr" sz="quarter" idx="18"/>
          </p:nvPr>
        </p:nvSpPr>
        <p:spPr>
          <a:xfrm>
            <a:off x="678871" y="6343955"/>
            <a:ext cx="2739181" cy="365125"/>
          </a:xfrm>
        </p:spPr>
        <p:txBody>
          <a:bodyPr anchor="ctr">
            <a:normAutofit/>
          </a:bodyPr>
          <a:lstStyle/>
          <a:p>
            <a:pPr>
              <a:spcAft>
                <a:spcPts val="600"/>
              </a:spcAft>
            </a:pPr>
            <a:r>
              <a:rPr lang="en-US" dirty="0"/>
              <a:t>DECK</a:t>
            </a:r>
          </a:p>
        </p:txBody>
      </p:sp>
    </p:spTree>
    <p:extLst>
      <p:ext uri="{BB962C8B-B14F-4D97-AF65-F5344CB8AC3E}">
        <p14:creationId xmlns:p14="http://schemas.microsoft.com/office/powerpoint/2010/main" val="15989675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27DF4-E7A3-6489-1C21-78FD51F07A10}"/>
              </a:ext>
            </a:extLst>
          </p:cNvPr>
          <p:cNvSpPr>
            <a:spLocks noGrp="1"/>
          </p:cNvSpPr>
          <p:nvPr>
            <p:ph type="ctrTitle"/>
          </p:nvPr>
        </p:nvSpPr>
        <p:spPr>
          <a:xfrm>
            <a:off x="2161514" y="2476500"/>
            <a:ext cx="7868972" cy="1905000"/>
          </a:xfrm>
        </p:spPr>
        <p:txBody>
          <a:bodyPr anchor="ctr">
            <a:normAutofit/>
          </a:bodyPr>
          <a:lstStyle/>
          <a:p>
            <a:r>
              <a:rPr lang="en-TR" dirty="0"/>
              <a:t>Canlı Demo ÖrneKLERİ</a:t>
            </a:r>
          </a:p>
        </p:txBody>
      </p:sp>
    </p:spTree>
    <p:extLst>
      <p:ext uri="{BB962C8B-B14F-4D97-AF65-F5344CB8AC3E}">
        <p14:creationId xmlns:p14="http://schemas.microsoft.com/office/powerpoint/2010/main" val="7685787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ECABE-5B6B-9791-582A-B9C61E4A6C3E}"/>
              </a:ext>
            </a:extLst>
          </p:cNvPr>
          <p:cNvSpPr>
            <a:spLocks noGrp="1"/>
          </p:cNvSpPr>
          <p:nvPr>
            <p:ph type="ctrTitle"/>
          </p:nvPr>
        </p:nvSpPr>
        <p:spPr>
          <a:xfrm>
            <a:off x="2161514" y="2476500"/>
            <a:ext cx="7868972" cy="1905000"/>
          </a:xfrm>
        </p:spPr>
        <p:txBody>
          <a:bodyPr anchor="ctr">
            <a:normAutofit/>
          </a:bodyPr>
          <a:lstStyle/>
          <a:p>
            <a:r>
              <a:rPr lang="en-TR" dirty="0"/>
              <a:t>YOL HARİTASI: Faz 2 ve Faz 3 Planları</a:t>
            </a:r>
          </a:p>
        </p:txBody>
      </p:sp>
    </p:spTree>
    <p:extLst>
      <p:ext uri="{BB962C8B-B14F-4D97-AF65-F5344CB8AC3E}">
        <p14:creationId xmlns:p14="http://schemas.microsoft.com/office/powerpoint/2010/main" val="40271582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21281-F756-660A-24D1-EE8D7D6FA7DA}"/>
              </a:ext>
            </a:extLst>
          </p:cNvPr>
          <p:cNvSpPr>
            <a:spLocks noGrp="1"/>
          </p:cNvSpPr>
          <p:nvPr>
            <p:ph type="title"/>
          </p:nvPr>
        </p:nvSpPr>
        <p:spPr>
          <a:xfrm>
            <a:off x="678871" y="685800"/>
            <a:ext cx="10827330" cy="985966"/>
          </a:xfrm>
        </p:spPr>
        <p:txBody>
          <a:bodyPr anchor="t">
            <a:normAutofit/>
          </a:bodyPr>
          <a:lstStyle/>
          <a:p>
            <a:r>
              <a:rPr lang="en-TR" dirty="0"/>
              <a:t>Faz 2'de planlanan yeni özellİkler</a:t>
            </a:r>
          </a:p>
        </p:txBody>
      </p:sp>
      <p:pic>
        <p:nvPicPr>
          <p:cNvPr id="6" name="Content Placeholder 5" descr="4K Çözünürlüğü">
            <a:extLst>
              <a:ext uri="{FF2B5EF4-FFF2-40B4-BE49-F238E27FC236}">
                <a16:creationId xmlns:a16="http://schemas.microsoft.com/office/drawing/2014/main" id="{14944BC1-6A80-4588-99A4-F0737D9ADE23}"/>
              </a:ext>
            </a:extLst>
          </p:cNvPr>
          <p:cNvPicPr>
            <a:picLocks noGrp="1" noChangeAspect="1"/>
          </p:cNvPicPr>
          <p:nvPr>
            <p:ph type="pic" sz="quarter" idx="13"/>
          </p:nvPr>
        </p:nvPicPr>
        <p:blipFill>
          <a:blip r:embed="rId3"/>
          <a:srcRect l="17285" r="16338" b="2"/>
          <a:stretch>
            <a:fillRect/>
          </a:stretch>
        </p:blipFill>
        <p:spPr>
          <a:xfrm>
            <a:off x="678871" y="1830774"/>
            <a:ext cx="5112329" cy="4332284"/>
          </a:xfrm>
        </p:spPr>
      </p:pic>
      <p:sp>
        <p:nvSpPr>
          <p:cNvPr id="4" name="Content Placeholder 3">
            <a:extLst>
              <a:ext uri="{FF2B5EF4-FFF2-40B4-BE49-F238E27FC236}">
                <a16:creationId xmlns:a16="http://schemas.microsoft.com/office/drawing/2014/main" id="{1218D560-29B3-AE41-C20F-B6A81DED7FE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62821" y="1830773"/>
            <a:ext cx="5143379" cy="4332284"/>
          </a:xfrm>
        </p:spPr>
        <p:txBody>
          <a:bodyPr>
            <a:normAutofit/>
          </a:bodyPr>
          <a:lstStyle/>
          <a:p>
            <a:pPr marL="0" indent="0" algn="l" rtl="0" eaLnBrk="1" latinLnBrk="0" hangingPunct="1">
              <a:spcBef>
                <a:spcPts val="500"/>
              </a:spcBef>
              <a:spcAft>
                <a:spcPts val="600"/>
              </a:spcAft>
              <a:buNone/>
            </a:pPr>
            <a:r>
              <a:rPr lang="en-US" sz="1400" b="1">
                <a:solidFill>
                  <a:srgbClr val="FFFFFF"/>
                </a:solidFill>
                <a:effectLst/>
                <a:latin typeface="Avenir Next LT Pro" panose="020B0504020202020204" pitchFamily="34" charset="77"/>
              </a:rPr>
              <a:t>Yeni Özellikler</a:t>
            </a:r>
            <a:endParaRPr lang="en-US" sz="1400">
              <a:solidFill>
                <a:srgbClr val="FFFFFF"/>
              </a:solidFill>
              <a:effectLst/>
              <a:latin typeface="Avenir Next LT Pro" panose="020B0504020202020204" pitchFamily="34" charset="77"/>
            </a:endParaRPr>
          </a:p>
          <a:p>
            <a:pPr marL="0" indent="0" algn="l" rtl="0" eaLnBrk="1" latinLnBrk="0" hangingPunct="1">
              <a:spcBef>
                <a:spcPts val="500"/>
              </a:spcBef>
              <a:spcAft>
                <a:spcPts val="600"/>
              </a:spcAft>
              <a:buNone/>
            </a:pPr>
            <a:r>
              <a:rPr lang="en-US" sz="1400">
                <a:solidFill>
                  <a:srgbClr val="FFFFFF"/>
                </a:solidFill>
                <a:effectLst/>
                <a:latin typeface="Avenir Next LT Pro" panose="020B0504020202020204" pitchFamily="34" charset="77"/>
              </a:rPr>
              <a:t>Faz 2 kapsamında uygulamaya entegre edilecek yeni özellikler, kullanım kolaylığını önemli ölçüde artıracaktır.</a:t>
            </a:r>
          </a:p>
          <a:p>
            <a:pPr marL="0" indent="0" algn="l" rtl="0" eaLnBrk="1" latinLnBrk="0" hangingPunct="1">
              <a:spcBef>
                <a:spcPts val="500"/>
              </a:spcBef>
              <a:spcAft>
                <a:spcPts val="600"/>
              </a:spcAft>
              <a:buNone/>
            </a:pPr>
            <a:r>
              <a:rPr lang="en-US" sz="1400" b="1">
                <a:solidFill>
                  <a:srgbClr val="FFFFFF"/>
                </a:solidFill>
                <a:effectLst/>
                <a:latin typeface="Avenir Next LT Pro" panose="020B0504020202020204" pitchFamily="34" charset="77"/>
              </a:rPr>
              <a:t>Kullanıcı Deneyimi Geliştirmeleri</a:t>
            </a:r>
            <a:endParaRPr lang="en-US" sz="1400">
              <a:solidFill>
                <a:srgbClr val="FFFFFF"/>
              </a:solidFill>
              <a:effectLst/>
              <a:latin typeface="Avenir Next LT Pro" panose="020B0504020202020204" pitchFamily="34" charset="77"/>
            </a:endParaRPr>
          </a:p>
          <a:p>
            <a:pPr marL="0" indent="0" algn="l" rtl="0" eaLnBrk="1" latinLnBrk="0" hangingPunct="1">
              <a:spcBef>
                <a:spcPts val="500"/>
              </a:spcBef>
              <a:spcAft>
                <a:spcPts val="600"/>
              </a:spcAft>
              <a:buNone/>
            </a:pPr>
            <a:r>
              <a:rPr lang="en-US" sz="1400">
                <a:solidFill>
                  <a:srgbClr val="FFFFFF"/>
                </a:solidFill>
                <a:effectLst/>
                <a:latin typeface="Avenir Next LT Pro" panose="020B0504020202020204" pitchFamily="34" charset="77"/>
              </a:rPr>
              <a:t>Kullanıcı deneyimini iyileştirmeye yönelik yapılan düzenlemeler, uygulamanın etkileşimini ve kullanıcı memnuniyetini yükseltecektir.</a:t>
            </a:r>
          </a:p>
          <a:p>
            <a:pPr marL="0" indent="0" algn="l" rtl="0" eaLnBrk="1" latinLnBrk="0" hangingPunct="1">
              <a:spcBef>
                <a:spcPts val="500"/>
              </a:spcBef>
              <a:spcAft>
                <a:spcPts val="600"/>
              </a:spcAft>
              <a:buFont typeface="Arial" panose="020B0604020202020204" pitchFamily="34" charset="0"/>
              <a:buChar char="•"/>
            </a:pPr>
            <a:r>
              <a:rPr lang="en-US" sz="1400">
                <a:solidFill>
                  <a:srgbClr val="FFFFFF"/>
                </a:solidFill>
                <a:effectLst/>
                <a:latin typeface="Avenir Next LT Pro" panose="020B0504020202020204" pitchFamily="34" charset="77"/>
              </a:rPr>
              <a:t>Yeni Rapor Ekleme Ekranı (Prompt eklenebilir)</a:t>
            </a:r>
          </a:p>
          <a:p>
            <a:pPr marL="0" indent="0" algn="l" rtl="0" eaLnBrk="1" latinLnBrk="0" hangingPunct="1">
              <a:spcBef>
                <a:spcPts val="500"/>
              </a:spcBef>
              <a:spcAft>
                <a:spcPts val="600"/>
              </a:spcAft>
              <a:buFont typeface="Arial" panose="020B0604020202020204" pitchFamily="34" charset="0"/>
              <a:buChar char="•"/>
            </a:pPr>
            <a:r>
              <a:rPr lang="en-US" sz="1400">
                <a:solidFill>
                  <a:srgbClr val="FFFFFF"/>
                </a:solidFill>
                <a:effectLst/>
                <a:latin typeface="Avenir Next LT Pro" panose="020B0504020202020204" pitchFamily="34" charset="77"/>
              </a:rPr>
              <a:t>Rapor Tasarım Ekranı (Dataset ile birden fazla tablo oluşturma gibi fonksiyonlar)</a:t>
            </a:r>
          </a:p>
          <a:p>
            <a:pPr marL="0" indent="0" algn="l" rtl="0" eaLnBrk="1" latinLnBrk="0" hangingPunct="1">
              <a:spcBef>
                <a:spcPts val="500"/>
              </a:spcBef>
              <a:spcAft>
                <a:spcPts val="600"/>
              </a:spcAft>
              <a:buFont typeface="Arial" panose="020B0604020202020204" pitchFamily="34" charset="0"/>
              <a:buChar char="•"/>
            </a:pPr>
            <a:r>
              <a:rPr lang="en-US" sz="1400">
                <a:solidFill>
                  <a:srgbClr val="FFFFFF"/>
                </a:solidFill>
                <a:effectLst/>
                <a:latin typeface="Avenir Next LT Pro" panose="020B0504020202020204" pitchFamily="34" charset="77"/>
              </a:rPr>
              <a:t>Gelişmiş Pivot Hücresel Biçimlendirme</a:t>
            </a:r>
          </a:p>
          <a:p>
            <a:pPr marL="0" indent="0" algn="l" rtl="0" eaLnBrk="1" latinLnBrk="0" hangingPunct="1">
              <a:spcBef>
                <a:spcPts val="500"/>
              </a:spcBef>
              <a:spcAft>
                <a:spcPts val="600"/>
              </a:spcAft>
              <a:buFont typeface="Arial" panose="020B0604020202020204" pitchFamily="34" charset="0"/>
              <a:buChar char="•"/>
            </a:pPr>
            <a:r>
              <a:rPr lang="en-US" sz="1400">
                <a:solidFill>
                  <a:srgbClr val="FFFFFF"/>
                </a:solidFill>
                <a:effectLst/>
                <a:latin typeface="Avenir Next LT Pro" panose="020B0504020202020204" pitchFamily="34" charset="77"/>
              </a:rPr>
              <a:t>Scheduler Tanımlama (DECK raporları üzerinden)</a:t>
            </a:r>
            <a:endParaRPr lang="en-US" dirty="0"/>
          </a:p>
        </p:txBody>
      </p:sp>
      <p:sp>
        <p:nvSpPr>
          <p:cNvPr id="5" name="Footer Placeholder 4">
            <a:extLst>
              <a:ext uri="{FF2B5EF4-FFF2-40B4-BE49-F238E27FC236}">
                <a16:creationId xmlns:a16="http://schemas.microsoft.com/office/drawing/2014/main" id="{FBAECCCF-DB7E-5F4D-494B-E10A6D0BC4A5}"/>
              </a:ext>
            </a:extLst>
          </p:cNvPr>
          <p:cNvSpPr>
            <a:spLocks noGrp="1"/>
          </p:cNvSpPr>
          <p:nvPr>
            <p:ph type="ftr" sz="quarter" idx="16"/>
          </p:nvPr>
        </p:nvSpPr>
        <p:spPr>
          <a:xfrm>
            <a:off x="678871" y="6343955"/>
            <a:ext cx="2739181" cy="365125"/>
          </a:xfrm>
        </p:spPr>
        <p:txBody>
          <a:bodyPr anchor="ctr">
            <a:normAutofit/>
          </a:bodyPr>
          <a:lstStyle/>
          <a:p>
            <a:pPr>
              <a:spcAft>
                <a:spcPts val="600"/>
              </a:spcAft>
            </a:pPr>
            <a:r>
              <a:rPr lang="en-US" dirty="0"/>
              <a:t>DECK</a:t>
            </a:r>
          </a:p>
        </p:txBody>
      </p:sp>
    </p:spTree>
    <p:extLst>
      <p:ext uri="{BB962C8B-B14F-4D97-AF65-F5344CB8AC3E}">
        <p14:creationId xmlns:p14="http://schemas.microsoft.com/office/powerpoint/2010/main" val="25337293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3769B-85A3-273C-4D29-292D4886F20B}"/>
              </a:ext>
            </a:extLst>
          </p:cNvPr>
          <p:cNvSpPr>
            <a:spLocks noGrp="1"/>
          </p:cNvSpPr>
          <p:nvPr>
            <p:ph type="title"/>
          </p:nvPr>
        </p:nvSpPr>
        <p:spPr>
          <a:xfrm>
            <a:off x="5841522" y="687494"/>
            <a:ext cx="5662983" cy="1049291"/>
          </a:xfrm>
        </p:spPr>
        <p:txBody>
          <a:bodyPr anchor="t">
            <a:normAutofit/>
          </a:bodyPr>
          <a:lstStyle/>
          <a:p>
            <a:r>
              <a:rPr lang="en-TR" dirty="0"/>
              <a:t>Faz 3'te hedeflenen gelİştİrmeler</a:t>
            </a:r>
          </a:p>
        </p:txBody>
      </p:sp>
      <p:pic>
        <p:nvPicPr>
          <p:cNvPr id="6" name="Content Placeholder 5" descr="3D illüstrasyon">
            <a:extLst>
              <a:ext uri="{FF2B5EF4-FFF2-40B4-BE49-F238E27FC236}">
                <a16:creationId xmlns:a16="http://schemas.microsoft.com/office/drawing/2014/main" id="{94D3369F-95D4-4E6D-9671-497487F1A229}"/>
              </a:ext>
            </a:extLst>
          </p:cNvPr>
          <p:cNvPicPr>
            <a:picLocks noGrp="1" noChangeAspect="1"/>
          </p:cNvPicPr>
          <p:nvPr>
            <p:ph type="pic" sz="quarter" idx="14"/>
          </p:nvPr>
        </p:nvPicPr>
        <p:blipFill>
          <a:blip r:embed="rId3"/>
          <a:srcRect l="3009" r="15790" b="3"/>
          <a:stretch>
            <a:fillRect/>
          </a:stretch>
        </p:blipFill>
        <p:spPr>
          <a:xfrm>
            <a:off x="678871" y="687492"/>
            <a:ext cx="4452410" cy="5483013"/>
          </a:xfrm>
        </p:spPr>
      </p:pic>
      <p:sp>
        <p:nvSpPr>
          <p:cNvPr id="4" name="Content Placeholder 3">
            <a:extLst>
              <a:ext uri="{FF2B5EF4-FFF2-40B4-BE49-F238E27FC236}">
                <a16:creationId xmlns:a16="http://schemas.microsoft.com/office/drawing/2014/main" id="{98B34222-B825-2B12-3074-F83FE325C7DB}"/>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1522" y="2053560"/>
            <a:ext cx="5671607" cy="4116945"/>
          </a:xfrm>
        </p:spPr>
        <p:txBody>
          <a:bodyPr>
            <a:normAutofit/>
          </a:bodyPr>
          <a:lstStyle/>
          <a:p>
            <a:pPr marL="0" indent="0" algn="l" rtl="0" eaLnBrk="1" latinLnBrk="0" hangingPunct="1">
              <a:spcBef>
                <a:spcPts val="500"/>
              </a:spcBef>
              <a:spcAft>
                <a:spcPts val="600"/>
              </a:spcAft>
              <a:buNone/>
            </a:pPr>
            <a:r>
              <a:rPr lang="en-US" sz="1400" b="1">
                <a:solidFill>
                  <a:srgbClr val="FFFFFF"/>
                </a:solidFill>
                <a:effectLst/>
                <a:latin typeface="Avenir Next LT Pro" panose="020B0504020202020204" pitchFamily="34" charset="77"/>
              </a:rPr>
              <a:t>Performans Optimizasyonu</a:t>
            </a:r>
            <a:endParaRPr lang="en-US" sz="1400">
              <a:solidFill>
                <a:srgbClr val="FFFFFF"/>
              </a:solidFill>
              <a:effectLst/>
              <a:latin typeface="Avenir Next LT Pro" panose="020B0504020202020204" pitchFamily="34" charset="77"/>
            </a:endParaRPr>
          </a:p>
          <a:p>
            <a:pPr marL="0" indent="0" algn="l" rtl="0" eaLnBrk="1" latinLnBrk="0" hangingPunct="1">
              <a:spcBef>
                <a:spcPts val="500"/>
              </a:spcBef>
              <a:spcAft>
                <a:spcPts val="600"/>
              </a:spcAft>
              <a:buNone/>
            </a:pPr>
            <a:r>
              <a:rPr lang="en-US" sz="1400">
                <a:solidFill>
                  <a:srgbClr val="FFFFFF"/>
                </a:solidFill>
                <a:effectLst/>
                <a:latin typeface="Avenir Next LT Pro" panose="020B0504020202020204" pitchFamily="34" charset="77"/>
              </a:rPr>
              <a:t>Sistemin performansı artırılarak hızlı ve etkin bir çalışma ortamı oluşturulacaktır.</a:t>
            </a:r>
          </a:p>
          <a:p>
            <a:pPr marL="0" indent="0" algn="l" rtl="0" eaLnBrk="1" latinLnBrk="0" hangingPunct="1">
              <a:spcBef>
                <a:spcPts val="500"/>
              </a:spcBef>
              <a:spcAft>
                <a:spcPts val="600"/>
              </a:spcAft>
              <a:buFont typeface="Arial" panose="020B0604020202020204" pitchFamily="34" charset="0"/>
              <a:buChar char="•"/>
            </a:pPr>
            <a:r>
              <a:rPr lang="en-US" sz="1400">
                <a:solidFill>
                  <a:srgbClr val="FFFFFF"/>
                </a:solidFill>
                <a:effectLst/>
                <a:latin typeface="Avenir Next LT Pro" panose="020B0504020202020204" pitchFamily="34" charset="77"/>
              </a:rPr>
              <a:t>İzleme (Monitoring)</a:t>
            </a:r>
          </a:p>
          <a:p>
            <a:pPr marL="0" indent="0" algn="l" rtl="0" eaLnBrk="1" latinLnBrk="0" hangingPunct="1">
              <a:spcBef>
                <a:spcPts val="500"/>
              </a:spcBef>
              <a:spcAft>
                <a:spcPts val="600"/>
              </a:spcAft>
              <a:buFont typeface="Arial" panose="020B0604020202020204" pitchFamily="34" charset="0"/>
              <a:buChar char="•"/>
            </a:pPr>
            <a:r>
              <a:rPr lang="en-US" sz="1400">
                <a:solidFill>
                  <a:srgbClr val="FFFFFF"/>
                </a:solidFill>
                <a:effectLst/>
                <a:latin typeface="Avenir Next LT Pro" panose="020B0504020202020204" pitchFamily="34" charset="77"/>
              </a:rPr>
              <a:t>Cube Yapısı (MSTR)</a:t>
            </a:r>
          </a:p>
          <a:p>
            <a:pPr marL="0" indent="0" algn="l" rtl="0" eaLnBrk="1" latinLnBrk="0" hangingPunct="1">
              <a:spcBef>
                <a:spcPts val="500"/>
              </a:spcBef>
              <a:spcAft>
                <a:spcPts val="600"/>
              </a:spcAft>
              <a:buFont typeface="Arial" panose="020B0604020202020204" pitchFamily="34" charset="0"/>
              <a:buChar char="•"/>
            </a:pPr>
            <a:r>
              <a:rPr lang="en-US" sz="1400">
                <a:solidFill>
                  <a:srgbClr val="FFFFFF"/>
                </a:solidFill>
                <a:effectLst/>
                <a:latin typeface="Avenir Next LT Pro" panose="020B0504020202020204" pitchFamily="34" charset="77"/>
              </a:rPr>
              <a:t>QNB Uluslararası standartlarına uygun yeni tasarımın uygulanması (Ünal Sezer)</a:t>
            </a:r>
            <a:endParaRPr lang="en-US" dirty="0"/>
          </a:p>
        </p:txBody>
      </p:sp>
      <p:sp>
        <p:nvSpPr>
          <p:cNvPr id="5" name="Footer Placeholder 4">
            <a:extLst>
              <a:ext uri="{FF2B5EF4-FFF2-40B4-BE49-F238E27FC236}">
                <a16:creationId xmlns:a16="http://schemas.microsoft.com/office/drawing/2014/main" id="{B580E612-9640-3F7E-077D-59A0F800E262}"/>
              </a:ext>
            </a:extLst>
          </p:cNvPr>
          <p:cNvSpPr>
            <a:spLocks noGrp="1"/>
          </p:cNvSpPr>
          <p:nvPr>
            <p:ph type="ftr" sz="quarter" idx="17"/>
          </p:nvPr>
        </p:nvSpPr>
        <p:spPr>
          <a:xfrm>
            <a:off x="678871" y="6343955"/>
            <a:ext cx="2739181" cy="365125"/>
          </a:xfrm>
        </p:spPr>
        <p:txBody>
          <a:bodyPr anchor="ctr">
            <a:normAutofit/>
          </a:bodyPr>
          <a:lstStyle/>
          <a:p>
            <a:pPr>
              <a:spcAft>
                <a:spcPts val="600"/>
              </a:spcAft>
            </a:pPr>
            <a:r>
              <a:rPr lang="en-US" dirty="0"/>
              <a:t>DECK</a:t>
            </a:r>
          </a:p>
        </p:txBody>
      </p:sp>
    </p:spTree>
    <p:extLst>
      <p:ext uri="{BB962C8B-B14F-4D97-AF65-F5344CB8AC3E}">
        <p14:creationId xmlns:p14="http://schemas.microsoft.com/office/powerpoint/2010/main" val="29894993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19570-4A0D-9351-1B05-697588C962D2}"/>
              </a:ext>
            </a:extLst>
          </p:cNvPr>
          <p:cNvSpPr>
            <a:spLocks noGrp="1"/>
          </p:cNvSpPr>
          <p:nvPr>
            <p:ph type="title"/>
          </p:nvPr>
        </p:nvSpPr>
        <p:spPr>
          <a:xfrm>
            <a:off x="678871" y="685800"/>
            <a:ext cx="5417129" cy="1819664"/>
          </a:xfrm>
        </p:spPr>
        <p:txBody>
          <a:bodyPr anchor="t">
            <a:normAutofit/>
          </a:bodyPr>
          <a:lstStyle/>
          <a:p>
            <a:r>
              <a:rPr lang="en-TR" dirty="0"/>
              <a:t>Soru &amp; CEVAP</a:t>
            </a:r>
          </a:p>
        </p:txBody>
      </p:sp>
      <p:sp>
        <p:nvSpPr>
          <p:cNvPr id="4" name="Footer Placeholder 3">
            <a:extLst>
              <a:ext uri="{FF2B5EF4-FFF2-40B4-BE49-F238E27FC236}">
                <a16:creationId xmlns:a16="http://schemas.microsoft.com/office/drawing/2014/main" id="{A9C18B7D-385A-2602-AE6A-6DA20B11F7D7}"/>
              </a:ext>
            </a:extLst>
          </p:cNvPr>
          <p:cNvSpPr>
            <a:spLocks noGrp="1"/>
          </p:cNvSpPr>
          <p:nvPr>
            <p:ph type="ftr" sz="quarter" idx="15"/>
          </p:nvPr>
        </p:nvSpPr>
        <p:spPr>
          <a:xfrm>
            <a:off x="678871" y="6343955"/>
            <a:ext cx="2739181" cy="365125"/>
          </a:xfrm>
        </p:spPr>
        <p:txBody>
          <a:bodyPr anchor="ctr">
            <a:normAutofit/>
          </a:bodyPr>
          <a:lstStyle/>
          <a:p>
            <a:pPr>
              <a:spcAft>
                <a:spcPts val="600"/>
              </a:spcAft>
            </a:pPr>
            <a:r>
              <a:rPr lang="en-US" dirty="0"/>
              <a:t>DECK</a:t>
            </a:r>
          </a:p>
        </p:txBody>
      </p:sp>
      <p:sp>
        <p:nvSpPr>
          <p:cNvPr id="6" name="Content Placeholder 5">
            <a:extLst>
              <a:ext uri="{FF2B5EF4-FFF2-40B4-BE49-F238E27FC236}">
                <a16:creationId xmlns:a16="http://schemas.microsoft.com/office/drawing/2014/main" id="{56AE9C3C-F6E0-264D-F8D8-DA5372C8D0D7}"/>
              </a:ext>
            </a:extLst>
          </p:cNvPr>
          <p:cNvSpPr>
            <a:spLocks noGrp="1"/>
          </p:cNvSpPr>
          <p:nvPr>
            <p:ph sz="quarter" idx="13"/>
          </p:nvPr>
        </p:nvSpPr>
        <p:spPr/>
        <p:txBody>
          <a:bodyPr>
            <a:normAutofit/>
          </a:bodyPr>
          <a:lstStyle/>
          <a:p>
            <a:pPr algn="ctr"/>
            <a:r>
              <a:rPr lang="en-TR" sz="3600" spc="300" dirty="0"/>
              <a:t>TEŞEKKÜRLER</a:t>
            </a:r>
          </a:p>
        </p:txBody>
      </p:sp>
    </p:spTree>
    <p:extLst>
      <p:ext uri="{BB962C8B-B14F-4D97-AF65-F5344CB8AC3E}">
        <p14:creationId xmlns:p14="http://schemas.microsoft.com/office/powerpoint/2010/main" val="269616095"/>
      </p:ext>
    </p:extLst>
  </p:cSld>
  <p:clrMapOvr>
    <a:masterClrMapping/>
  </p:clrMapOvr>
  <p:transition>
    <p:fade/>
  </p:transition>
</p:sld>
</file>

<file path=ppt/theme/theme1.xml><?xml version="1.0" encoding="utf-8"?>
<a:theme xmlns:a="http://schemas.openxmlformats.org/drawingml/2006/main" name="Northern lights">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ustom 13">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orthern Lights_win32_LW_v8" id="{3A4E34A6-668B-44CB-918B-D16B4D66424F}" vid="{9B1B68C5-1665-4FCB-8595-B203B3662C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773</TotalTime>
  <Words>565</Words>
  <Application>Microsoft Macintosh PowerPoint</Application>
  <PresentationFormat>Widescreen</PresentationFormat>
  <Paragraphs>69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Avenir Next LT Pro</vt:lpstr>
      <vt:lpstr>Northern lights</vt:lpstr>
      <vt:lpstr>DECK</vt:lpstr>
      <vt:lpstr>Sunumun Ana Başlıkları</vt:lpstr>
      <vt:lpstr>DECK Uygulamasının Altyapısı ve Çalışma PRENSİBİ</vt:lpstr>
      <vt:lpstr>Teknolojİk altyapı ve MİMARİ yapısı</vt:lpstr>
      <vt:lpstr>Kullanılan yardımcı araçlar ve entegrasyonlar</vt:lpstr>
      <vt:lpstr>Canlı Demo ÖrneKLERİ</vt:lpstr>
      <vt:lpstr>YOL HARİTASI: Faz 2 ve Faz 3 Planları</vt:lpstr>
      <vt:lpstr>Faz 2'de planlanan yeni özellİkler</vt:lpstr>
      <vt:lpstr>Faz 3'te hedeflenen gelİştİrmeler</vt:lpstr>
      <vt:lpstr>Soru &amp; CEVAP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Tarkan Demir</dc:creator>
  <cp:lastModifiedBy>Tarkan Demir</cp:lastModifiedBy>
  <cp:revision>2</cp:revision>
  <dcterms:created xsi:type="dcterms:W3CDTF">2026-02-12T18:18:08Z</dcterms:created>
  <dcterms:modified xsi:type="dcterms:W3CDTF">2026-02-13T07:11:59Z</dcterms:modified>
</cp:coreProperties>
</file>